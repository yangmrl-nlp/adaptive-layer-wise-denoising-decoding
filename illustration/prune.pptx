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2459038" cy="1635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35"/>
  </p:normalViewPr>
  <p:slideViewPr>
    <p:cSldViewPr snapToGrid="0">
      <p:cViewPr varScale="1">
        <p:scale>
          <a:sx n="400" d="100"/>
          <a:sy n="400" d="100"/>
        </p:scale>
        <p:origin x="3568" y="1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428" y="267600"/>
            <a:ext cx="2090182" cy="569266"/>
          </a:xfrm>
        </p:spPr>
        <p:txBody>
          <a:bodyPr anchor="b"/>
          <a:lstStyle>
            <a:lvl1pPr algn="ctr">
              <a:defRPr sz="14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380" y="858819"/>
            <a:ext cx="1844279" cy="394777"/>
          </a:xfrm>
        </p:spPr>
        <p:txBody>
          <a:bodyPr/>
          <a:lstStyle>
            <a:lvl1pPr marL="0" indent="0" algn="ctr">
              <a:buNone/>
              <a:defRPr sz="572"/>
            </a:lvl1pPr>
            <a:lvl2pPr marL="108996" indent="0" algn="ctr">
              <a:buNone/>
              <a:defRPr sz="477"/>
            </a:lvl2pPr>
            <a:lvl3pPr marL="217993" indent="0" algn="ctr">
              <a:buNone/>
              <a:defRPr sz="429"/>
            </a:lvl3pPr>
            <a:lvl4pPr marL="326989" indent="0" algn="ctr">
              <a:buNone/>
              <a:defRPr sz="381"/>
            </a:lvl4pPr>
            <a:lvl5pPr marL="435986" indent="0" algn="ctr">
              <a:buNone/>
              <a:defRPr sz="381"/>
            </a:lvl5pPr>
            <a:lvl6pPr marL="544982" indent="0" algn="ctr">
              <a:buNone/>
              <a:defRPr sz="381"/>
            </a:lvl6pPr>
            <a:lvl7pPr marL="653979" indent="0" algn="ctr">
              <a:buNone/>
              <a:defRPr sz="381"/>
            </a:lvl7pPr>
            <a:lvl8pPr marL="762975" indent="0" algn="ctr">
              <a:buNone/>
              <a:defRPr sz="381"/>
            </a:lvl8pPr>
            <a:lvl9pPr marL="871972" indent="0" algn="ctr">
              <a:buNone/>
              <a:defRPr sz="38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765D2-B4EC-6041-A1E3-0F6339CA61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BFA5-F8C2-AF41-A3B2-7DCB48404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52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765D2-B4EC-6041-A1E3-0F6339CA61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BFA5-F8C2-AF41-A3B2-7DCB48404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228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778" y="407646"/>
            <a:ext cx="2120920" cy="680166"/>
          </a:xfrm>
        </p:spPr>
        <p:txBody>
          <a:bodyPr anchor="b"/>
          <a:lstStyle>
            <a:lvl1pPr>
              <a:defRPr sz="14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778" y="1094248"/>
            <a:ext cx="2120920" cy="357683"/>
          </a:xfrm>
        </p:spPr>
        <p:txBody>
          <a:bodyPr/>
          <a:lstStyle>
            <a:lvl1pPr marL="0" indent="0">
              <a:buNone/>
              <a:defRPr sz="572">
                <a:solidFill>
                  <a:schemeClr val="tx1">
                    <a:tint val="82000"/>
                  </a:schemeClr>
                </a:solidFill>
              </a:defRPr>
            </a:lvl1pPr>
            <a:lvl2pPr marL="108996" indent="0">
              <a:buNone/>
              <a:defRPr sz="477">
                <a:solidFill>
                  <a:schemeClr val="tx1">
                    <a:tint val="82000"/>
                  </a:schemeClr>
                </a:solidFill>
              </a:defRPr>
            </a:lvl2pPr>
            <a:lvl3pPr marL="217993" indent="0">
              <a:buNone/>
              <a:defRPr sz="429">
                <a:solidFill>
                  <a:schemeClr val="tx1">
                    <a:tint val="82000"/>
                  </a:schemeClr>
                </a:solidFill>
              </a:defRPr>
            </a:lvl3pPr>
            <a:lvl4pPr marL="326989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4pPr>
            <a:lvl5pPr marL="435986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5pPr>
            <a:lvl6pPr marL="544982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6pPr>
            <a:lvl7pPr marL="653979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7pPr>
            <a:lvl8pPr marL="762975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8pPr>
            <a:lvl9pPr marL="871972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765D2-B4EC-6041-A1E3-0F6339CA61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BFA5-F8C2-AF41-A3B2-7DCB48404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785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59" y="435276"/>
            <a:ext cx="1045091" cy="1037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4888" y="435276"/>
            <a:ext cx="1045091" cy="1037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765D2-B4EC-6041-A1E3-0F6339CA61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BFA5-F8C2-AF41-A3B2-7DCB48404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0641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79" y="87055"/>
            <a:ext cx="2120920" cy="31604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380" y="400833"/>
            <a:ext cx="1040288" cy="196442"/>
          </a:xfrm>
        </p:spPr>
        <p:txBody>
          <a:bodyPr anchor="b"/>
          <a:lstStyle>
            <a:lvl1pPr marL="0" indent="0">
              <a:buNone/>
              <a:defRPr sz="572" b="1"/>
            </a:lvl1pPr>
            <a:lvl2pPr marL="108996" indent="0">
              <a:buNone/>
              <a:defRPr sz="477" b="1"/>
            </a:lvl2pPr>
            <a:lvl3pPr marL="217993" indent="0">
              <a:buNone/>
              <a:defRPr sz="429" b="1"/>
            </a:lvl3pPr>
            <a:lvl4pPr marL="326989" indent="0">
              <a:buNone/>
              <a:defRPr sz="381" b="1"/>
            </a:lvl4pPr>
            <a:lvl5pPr marL="435986" indent="0">
              <a:buNone/>
              <a:defRPr sz="381" b="1"/>
            </a:lvl5pPr>
            <a:lvl6pPr marL="544982" indent="0">
              <a:buNone/>
              <a:defRPr sz="381" b="1"/>
            </a:lvl6pPr>
            <a:lvl7pPr marL="653979" indent="0">
              <a:buNone/>
              <a:defRPr sz="381" b="1"/>
            </a:lvl7pPr>
            <a:lvl8pPr marL="762975" indent="0">
              <a:buNone/>
              <a:defRPr sz="381" b="1"/>
            </a:lvl8pPr>
            <a:lvl9pPr marL="871972" indent="0">
              <a:buNone/>
              <a:defRPr sz="3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380" y="597275"/>
            <a:ext cx="1040288" cy="8785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44888" y="400833"/>
            <a:ext cx="1045411" cy="196442"/>
          </a:xfrm>
        </p:spPr>
        <p:txBody>
          <a:bodyPr anchor="b"/>
          <a:lstStyle>
            <a:lvl1pPr marL="0" indent="0">
              <a:buNone/>
              <a:defRPr sz="572" b="1"/>
            </a:lvl1pPr>
            <a:lvl2pPr marL="108996" indent="0">
              <a:buNone/>
              <a:defRPr sz="477" b="1"/>
            </a:lvl2pPr>
            <a:lvl3pPr marL="217993" indent="0">
              <a:buNone/>
              <a:defRPr sz="429" b="1"/>
            </a:lvl3pPr>
            <a:lvl4pPr marL="326989" indent="0">
              <a:buNone/>
              <a:defRPr sz="381" b="1"/>
            </a:lvl4pPr>
            <a:lvl5pPr marL="435986" indent="0">
              <a:buNone/>
              <a:defRPr sz="381" b="1"/>
            </a:lvl5pPr>
            <a:lvl6pPr marL="544982" indent="0">
              <a:buNone/>
              <a:defRPr sz="381" b="1"/>
            </a:lvl6pPr>
            <a:lvl7pPr marL="653979" indent="0">
              <a:buNone/>
              <a:defRPr sz="381" b="1"/>
            </a:lvl7pPr>
            <a:lvl8pPr marL="762975" indent="0">
              <a:buNone/>
              <a:defRPr sz="381" b="1"/>
            </a:lvl8pPr>
            <a:lvl9pPr marL="871972" indent="0">
              <a:buNone/>
              <a:defRPr sz="3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44888" y="597275"/>
            <a:ext cx="1045411" cy="8785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765D2-B4EC-6041-A1E3-0F6339CA61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BFA5-F8C2-AF41-A3B2-7DCB48404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6729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765D2-B4EC-6041-A1E3-0F6339CA61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BFA5-F8C2-AF41-A3B2-7DCB48404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518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765D2-B4EC-6041-A1E3-0F6339CA61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BFA5-F8C2-AF41-A3B2-7DCB48404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6467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79" y="109008"/>
            <a:ext cx="793104" cy="381529"/>
          </a:xfrm>
        </p:spPr>
        <p:txBody>
          <a:bodyPr anchor="b"/>
          <a:lstStyle>
            <a:lvl1pPr>
              <a:defRPr sz="76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411" y="235428"/>
            <a:ext cx="1244888" cy="1161999"/>
          </a:xfrm>
        </p:spPr>
        <p:txBody>
          <a:bodyPr/>
          <a:lstStyle>
            <a:lvl1pPr>
              <a:defRPr sz="763"/>
            </a:lvl1pPr>
            <a:lvl2pPr>
              <a:defRPr sz="668"/>
            </a:lvl2pPr>
            <a:lvl3pPr>
              <a:defRPr sz="572"/>
            </a:lvl3pPr>
            <a:lvl4pPr>
              <a:defRPr sz="477"/>
            </a:lvl4pPr>
            <a:lvl5pPr>
              <a:defRPr sz="477"/>
            </a:lvl5pPr>
            <a:lvl6pPr>
              <a:defRPr sz="477"/>
            </a:lvl6pPr>
            <a:lvl7pPr>
              <a:defRPr sz="477"/>
            </a:lvl7pPr>
            <a:lvl8pPr>
              <a:defRPr sz="477"/>
            </a:lvl8pPr>
            <a:lvl9pPr>
              <a:defRPr sz="4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379" y="490538"/>
            <a:ext cx="793104" cy="908781"/>
          </a:xfrm>
        </p:spPr>
        <p:txBody>
          <a:bodyPr/>
          <a:lstStyle>
            <a:lvl1pPr marL="0" indent="0">
              <a:buNone/>
              <a:defRPr sz="381"/>
            </a:lvl1pPr>
            <a:lvl2pPr marL="108996" indent="0">
              <a:buNone/>
              <a:defRPr sz="334"/>
            </a:lvl2pPr>
            <a:lvl3pPr marL="217993" indent="0">
              <a:buNone/>
              <a:defRPr sz="286"/>
            </a:lvl3pPr>
            <a:lvl4pPr marL="326989" indent="0">
              <a:buNone/>
              <a:defRPr sz="238"/>
            </a:lvl4pPr>
            <a:lvl5pPr marL="435986" indent="0">
              <a:buNone/>
              <a:defRPr sz="238"/>
            </a:lvl5pPr>
            <a:lvl6pPr marL="544982" indent="0">
              <a:buNone/>
              <a:defRPr sz="238"/>
            </a:lvl6pPr>
            <a:lvl7pPr marL="653979" indent="0">
              <a:buNone/>
              <a:defRPr sz="238"/>
            </a:lvl7pPr>
            <a:lvl8pPr marL="762975" indent="0">
              <a:buNone/>
              <a:defRPr sz="238"/>
            </a:lvl8pPr>
            <a:lvl9pPr marL="871972" indent="0">
              <a:buNone/>
              <a:defRPr sz="2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765D2-B4EC-6041-A1E3-0F6339CA61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BFA5-F8C2-AF41-A3B2-7DCB48404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9420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79" y="109008"/>
            <a:ext cx="793104" cy="381529"/>
          </a:xfrm>
        </p:spPr>
        <p:txBody>
          <a:bodyPr anchor="b"/>
          <a:lstStyle>
            <a:lvl1pPr>
              <a:defRPr sz="76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5411" y="235428"/>
            <a:ext cx="1244888" cy="1161999"/>
          </a:xfrm>
        </p:spPr>
        <p:txBody>
          <a:bodyPr anchor="t"/>
          <a:lstStyle>
            <a:lvl1pPr marL="0" indent="0">
              <a:buNone/>
              <a:defRPr sz="763"/>
            </a:lvl1pPr>
            <a:lvl2pPr marL="108996" indent="0">
              <a:buNone/>
              <a:defRPr sz="668"/>
            </a:lvl2pPr>
            <a:lvl3pPr marL="217993" indent="0">
              <a:buNone/>
              <a:defRPr sz="572"/>
            </a:lvl3pPr>
            <a:lvl4pPr marL="326989" indent="0">
              <a:buNone/>
              <a:defRPr sz="477"/>
            </a:lvl4pPr>
            <a:lvl5pPr marL="435986" indent="0">
              <a:buNone/>
              <a:defRPr sz="477"/>
            </a:lvl5pPr>
            <a:lvl6pPr marL="544982" indent="0">
              <a:buNone/>
              <a:defRPr sz="477"/>
            </a:lvl6pPr>
            <a:lvl7pPr marL="653979" indent="0">
              <a:buNone/>
              <a:defRPr sz="477"/>
            </a:lvl7pPr>
            <a:lvl8pPr marL="762975" indent="0">
              <a:buNone/>
              <a:defRPr sz="477"/>
            </a:lvl8pPr>
            <a:lvl9pPr marL="871972" indent="0">
              <a:buNone/>
              <a:defRPr sz="47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379" y="490538"/>
            <a:ext cx="793104" cy="908781"/>
          </a:xfrm>
        </p:spPr>
        <p:txBody>
          <a:bodyPr/>
          <a:lstStyle>
            <a:lvl1pPr marL="0" indent="0">
              <a:buNone/>
              <a:defRPr sz="381"/>
            </a:lvl1pPr>
            <a:lvl2pPr marL="108996" indent="0">
              <a:buNone/>
              <a:defRPr sz="334"/>
            </a:lvl2pPr>
            <a:lvl3pPr marL="217993" indent="0">
              <a:buNone/>
              <a:defRPr sz="286"/>
            </a:lvl3pPr>
            <a:lvl4pPr marL="326989" indent="0">
              <a:buNone/>
              <a:defRPr sz="238"/>
            </a:lvl4pPr>
            <a:lvl5pPr marL="435986" indent="0">
              <a:buNone/>
              <a:defRPr sz="238"/>
            </a:lvl5pPr>
            <a:lvl6pPr marL="544982" indent="0">
              <a:buNone/>
              <a:defRPr sz="238"/>
            </a:lvl6pPr>
            <a:lvl7pPr marL="653979" indent="0">
              <a:buNone/>
              <a:defRPr sz="238"/>
            </a:lvl7pPr>
            <a:lvl8pPr marL="762975" indent="0">
              <a:buNone/>
              <a:defRPr sz="238"/>
            </a:lvl8pPr>
            <a:lvl9pPr marL="871972" indent="0">
              <a:buNone/>
              <a:defRPr sz="2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765D2-B4EC-6041-A1E3-0F6339CA61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BFA5-F8C2-AF41-A3B2-7DCB48404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6261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765D2-B4EC-6041-A1E3-0F6339CA61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BFA5-F8C2-AF41-A3B2-7DCB48404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2372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59749" y="87055"/>
            <a:ext cx="530230" cy="138569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59" y="87055"/>
            <a:ext cx="1559952" cy="138569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765D2-B4EC-6041-A1E3-0F6339CA61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BFA5-F8C2-AF41-A3B2-7DCB48404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627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59" y="87055"/>
            <a:ext cx="2120920" cy="316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59" y="435276"/>
            <a:ext cx="2120920" cy="1037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9059" y="1515519"/>
            <a:ext cx="553284" cy="87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765D2-B4EC-6041-A1E3-0F6339CA61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4557" y="1515519"/>
            <a:ext cx="829925" cy="87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36695" y="1515519"/>
            <a:ext cx="553284" cy="87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7BFA5-F8C2-AF41-A3B2-7DCB48404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05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7993" rtl="0" eaLnBrk="1" latinLnBrk="0" hangingPunct="1">
        <a:lnSpc>
          <a:spcPct val="90000"/>
        </a:lnSpc>
        <a:spcBef>
          <a:spcPct val="0"/>
        </a:spcBef>
        <a:buNone/>
        <a:defRPr sz="10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498" indent="-54498" algn="l" defTabSz="217993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668" kern="1200">
          <a:solidFill>
            <a:schemeClr val="tx1"/>
          </a:solidFill>
          <a:latin typeface="+mn-lt"/>
          <a:ea typeface="+mn-ea"/>
          <a:cs typeface="+mn-cs"/>
        </a:defRPr>
      </a:lvl1pPr>
      <a:lvl2pPr marL="163495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2pPr>
      <a:lvl3pPr marL="272491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77" kern="1200">
          <a:solidFill>
            <a:schemeClr val="tx1"/>
          </a:solidFill>
          <a:latin typeface="+mn-lt"/>
          <a:ea typeface="+mn-ea"/>
          <a:cs typeface="+mn-cs"/>
        </a:defRPr>
      </a:lvl3pPr>
      <a:lvl4pPr marL="381488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9" kern="1200">
          <a:solidFill>
            <a:schemeClr val="tx1"/>
          </a:solidFill>
          <a:latin typeface="+mn-lt"/>
          <a:ea typeface="+mn-ea"/>
          <a:cs typeface="+mn-cs"/>
        </a:defRPr>
      </a:lvl4pPr>
      <a:lvl5pPr marL="490484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9" kern="1200">
          <a:solidFill>
            <a:schemeClr val="tx1"/>
          </a:solidFill>
          <a:latin typeface="+mn-lt"/>
          <a:ea typeface="+mn-ea"/>
          <a:cs typeface="+mn-cs"/>
        </a:defRPr>
      </a:lvl5pPr>
      <a:lvl6pPr marL="599481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9" kern="1200">
          <a:solidFill>
            <a:schemeClr val="tx1"/>
          </a:solidFill>
          <a:latin typeface="+mn-lt"/>
          <a:ea typeface="+mn-ea"/>
          <a:cs typeface="+mn-cs"/>
        </a:defRPr>
      </a:lvl6pPr>
      <a:lvl7pPr marL="708477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9" kern="1200">
          <a:solidFill>
            <a:schemeClr val="tx1"/>
          </a:solidFill>
          <a:latin typeface="+mn-lt"/>
          <a:ea typeface="+mn-ea"/>
          <a:cs typeface="+mn-cs"/>
        </a:defRPr>
      </a:lvl7pPr>
      <a:lvl8pPr marL="817474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9" kern="1200">
          <a:solidFill>
            <a:schemeClr val="tx1"/>
          </a:solidFill>
          <a:latin typeface="+mn-lt"/>
          <a:ea typeface="+mn-ea"/>
          <a:cs typeface="+mn-cs"/>
        </a:defRPr>
      </a:lvl8pPr>
      <a:lvl9pPr marL="926470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1pPr>
      <a:lvl2pPr marL="108996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2pPr>
      <a:lvl3pPr marL="217993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3pPr>
      <a:lvl4pPr marL="326989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4pPr>
      <a:lvl5pPr marL="435986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5pPr>
      <a:lvl6pPr marL="544982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6pPr>
      <a:lvl7pPr marL="653979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7pPr>
      <a:lvl8pPr marL="762975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8pPr>
      <a:lvl9pPr marL="871972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45886B3-9929-FC49-B257-B4BFC007C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" y="0"/>
            <a:ext cx="2458800" cy="163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76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1</cp:revision>
  <dcterms:created xsi:type="dcterms:W3CDTF">2025-12-09T05:41:05Z</dcterms:created>
  <dcterms:modified xsi:type="dcterms:W3CDTF">2025-12-09T05:42:24Z</dcterms:modified>
</cp:coreProperties>
</file>