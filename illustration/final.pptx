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2459038" cy="16351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9"/>
    <p:restoredTop sz="94635"/>
  </p:normalViewPr>
  <p:slideViewPr>
    <p:cSldViewPr snapToGrid="0">
      <p:cViewPr varScale="1">
        <p:scale>
          <a:sx n="400" d="100"/>
          <a:sy n="400" d="100"/>
        </p:scale>
        <p:origin x="3568" y="1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4428" y="267600"/>
            <a:ext cx="2090182" cy="569266"/>
          </a:xfrm>
        </p:spPr>
        <p:txBody>
          <a:bodyPr anchor="b"/>
          <a:lstStyle>
            <a:lvl1pPr algn="ctr">
              <a:defRPr sz="143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7380" y="858819"/>
            <a:ext cx="1844279" cy="394777"/>
          </a:xfrm>
        </p:spPr>
        <p:txBody>
          <a:bodyPr/>
          <a:lstStyle>
            <a:lvl1pPr marL="0" indent="0" algn="ctr">
              <a:buNone/>
              <a:defRPr sz="572"/>
            </a:lvl1pPr>
            <a:lvl2pPr marL="108996" indent="0" algn="ctr">
              <a:buNone/>
              <a:defRPr sz="477"/>
            </a:lvl2pPr>
            <a:lvl3pPr marL="217993" indent="0" algn="ctr">
              <a:buNone/>
              <a:defRPr sz="429"/>
            </a:lvl3pPr>
            <a:lvl4pPr marL="326989" indent="0" algn="ctr">
              <a:buNone/>
              <a:defRPr sz="381"/>
            </a:lvl4pPr>
            <a:lvl5pPr marL="435986" indent="0" algn="ctr">
              <a:buNone/>
              <a:defRPr sz="381"/>
            </a:lvl5pPr>
            <a:lvl6pPr marL="544982" indent="0" algn="ctr">
              <a:buNone/>
              <a:defRPr sz="381"/>
            </a:lvl6pPr>
            <a:lvl7pPr marL="653979" indent="0" algn="ctr">
              <a:buNone/>
              <a:defRPr sz="381"/>
            </a:lvl7pPr>
            <a:lvl8pPr marL="762975" indent="0" algn="ctr">
              <a:buNone/>
              <a:defRPr sz="381"/>
            </a:lvl8pPr>
            <a:lvl9pPr marL="871972" indent="0" algn="ctr">
              <a:buNone/>
              <a:defRPr sz="381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B91B6-936C-1642-89C6-87F311C79AD3}" type="datetimeFigureOut">
              <a:rPr kumimoji="1" lang="zh-CN" altLang="en-US" smtClean="0"/>
              <a:t>2025/12/9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462FD-79B1-DE4A-BC45-489C528851E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749095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B91B6-936C-1642-89C6-87F311C79AD3}" type="datetimeFigureOut">
              <a:rPr kumimoji="1" lang="zh-CN" altLang="en-US" smtClean="0"/>
              <a:t>2025/12/9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462FD-79B1-DE4A-BC45-489C528851E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957111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778" y="407646"/>
            <a:ext cx="2120920" cy="680166"/>
          </a:xfrm>
        </p:spPr>
        <p:txBody>
          <a:bodyPr anchor="b"/>
          <a:lstStyle>
            <a:lvl1pPr>
              <a:defRPr sz="143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778" y="1094248"/>
            <a:ext cx="2120920" cy="357683"/>
          </a:xfrm>
        </p:spPr>
        <p:txBody>
          <a:bodyPr/>
          <a:lstStyle>
            <a:lvl1pPr marL="0" indent="0">
              <a:buNone/>
              <a:defRPr sz="572">
                <a:solidFill>
                  <a:schemeClr val="tx1">
                    <a:tint val="82000"/>
                  </a:schemeClr>
                </a:solidFill>
              </a:defRPr>
            </a:lvl1pPr>
            <a:lvl2pPr marL="108996" indent="0">
              <a:buNone/>
              <a:defRPr sz="477">
                <a:solidFill>
                  <a:schemeClr val="tx1">
                    <a:tint val="82000"/>
                  </a:schemeClr>
                </a:solidFill>
              </a:defRPr>
            </a:lvl2pPr>
            <a:lvl3pPr marL="217993" indent="0">
              <a:buNone/>
              <a:defRPr sz="429">
                <a:solidFill>
                  <a:schemeClr val="tx1">
                    <a:tint val="82000"/>
                  </a:schemeClr>
                </a:solidFill>
              </a:defRPr>
            </a:lvl3pPr>
            <a:lvl4pPr marL="326989" indent="0">
              <a:buNone/>
              <a:defRPr sz="381">
                <a:solidFill>
                  <a:schemeClr val="tx1">
                    <a:tint val="82000"/>
                  </a:schemeClr>
                </a:solidFill>
              </a:defRPr>
            </a:lvl4pPr>
            <a:lvl5pPr marL="435986" indent="0">
              <a:buNone/>
              <a:defRPr sz="381">
                <a:solidFill>
                  <a:schemeClr val="tx1">
                    <a:tint val="82000"/>
                  </a:schemeClr>
                </a:solidFill>
              </a:defRPr>
            </a:lvl5pPr>
            <a:lvl6pPr marL="544982" indent="0">
              <a:buNone/>
              <a:defRPr sz="381">
                <a:solidFill>
                  <a:schemeClr val="tx1">
                    <a:tint val="82000"/>
                  </a:schemeClr>
                </a:solidFill>
              </a:defRPr>
            </a:lvl6pPr>
            <a:lvl7pPr marL="653979" indent="0">
              <a:buNone/>
              <a:defRPr sz="381">
                <a:solidFill>
                  <a:schemeClr val="tx1">
                    <a:tint val="82000"/>
                  </a:schemeClr>
                </a:solidFill>
              </a:defRPr>
            </a:lvl7pPr>
            <a:lvl8pPr marL="762975" indent="0">
              <a:buNone/>
              <a:defRPr sz="381">
                <a:solidFill>
                  <a:schemeClr val="tx1">
                    <a:tint val="82000"/>
                  </a:schemeClr>
                </a:solidFill>
              </a:defRPr>
            </a:lvl8pPr>
            <a:lvl9pPr marL="871972" indent="0">
              <a:buNone/>
              <a:defRPr sz="381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B91B6-936C-1642-89C6-87F311C79AD3}" type="datetimeFigureOut">
              <a:rPr kumimoji="1" lang="zh-CN" altLang="en-US" smtClean="0"/>
              <a:t>2025/12/9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462FD-79B1-DE4A-BC45-489C528851E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054034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9059" y="435276"/>
            <a:ext cx="1045091" cy="103747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44888" y="435276"/>
            <a:ext cx="1045091" cy="103747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B91B6-936C-1642-89C6-87F311C79AD3}" type="datetimeFigureOut">
              <a:rPr kumimoji="1" lang="zh-CN" altLang="en-US" smtClean="0"/>
              <a:t>2025/12/9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462FD-79B1-DE4A-BC45-489C528851E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128365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379" y="87055"/>
            <a:ext cx="2120920" cy="31604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9380" y="400833"/>
            <a:ext cx="1040288" cy="196442"/>
          </a:xfrm>
        </p:spPr>
        <p:txBody>
          <a:bodyPr anchor="b"/>
          <a:lstStyle>
            <a:lvl1pPr marL="0" indent="0">
              <a:buNone/>
              <a:defRPr sz="572" b="1"/>
            </a:lvl1pPr>
            <a:lvl2pPr marL="108996" indent="0">
              <a:buNone/>
              <a:defRPr sz="477" b="1"/>
            </a:lvl2pPr>
            <a:lvl3pPr marL="217993" indent="0">
              <a:buNone/>
              <a:defRPr sz="429" b="1"/>
            </a:lvl3pPr>
            <a:lvl4pPr marL="326989" indent="0">
              <a:buNone/>
              <a:defRPr sz="381" b="1"/>
            </a:lvl4pPr>
            <a:lvl5pPr marL="435986" indent="0">
              <a:buNone/>
              <a:defRPr sz="381" b="1"/>
            </a:lvl5pPr>
            <a:lvl6pPr marL="544982" indent="0">
              <a:buNone/>
              <a:defRPr sz="381" b="1"/>
            </a:lvl6pPr>
            <a:lvl7pPr marL="653979" indent="0">
              <a:buNone/>
              <a:defRPr sz="381" b="1"/>
            </a:lvl7pPr>
            <a:lvl8pPr marL="762975" indent="0">
              <a:buNone/>
              <a:defRPr sz="381" b="1"/>
            </a:lvl8pPr>
            <a:lvl9pPr marL="871972" indent="0">
              <a:buNone/>
              <a:defRPr sz="381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9380" y="597275"/>
            <a:ext cx="1040288" cy="87850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244888" y="400833"/>
            <a:ext cx="1045411" cy="196442"/>
          </a:xfrm>
        </p:spPr>
        <p:txBody>
          <a:bodyPr anchor="b"/>
          <a:lstStyle>
            <a:lvl1pPr marL="0" indent="0">
              <a:buNone/>
              <a:defRPr sz="572" b="1"/>
            </a:lvl1pPr>
            <a:lvl2pPr marL="108996" indent="0">
              <a:buNone/>
              <a:defRPr sz="477" b="1"/>
            </a:lvl2pPr>
            <a:lvl3pPr marL="217993" indent="0">
              <a:buNone/>
              <a:defRPr sz="429" b="1"/>
            </a:lvl3pPr>
            <a:lvl4pPr marL="326989" indent="0">
              <a:buNone/>
              <a:defRPr sz="381" b="1"/>
            </a:lvl4pPr>
            <a:lvl5pPr marL="435986" indent="0">
              <a:buNone/>
              <a:defRPr sz="381" b="1"/>
            </a:lvl5pPr>
            <a:lvl6pPr marL="544982" indent="0">
              <a:buNone/>
              <a:defRPr sz="381" b="1"/>
            </a:lvl6pPr>
            <a:lvl7pPr marL="653979" indent="0">
              <a:buNone/>
              <a:defRPr sz="381" b="1"/>
            </a:lvl7pPr>
            <a:lvl8pPr marL="762975" indent="0">
              <a:buNone/>
              <a:defRPr sz="381" b="1"/>
            </a:lvl8pPr>
            <a:lvl9pPr marL="871972" indent="0">
              <a:buNone/>
              <a:defRPr sz="381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244888" y="597275"/>
            <a:ext cx="1045411" cy="87850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B91B6-936C-1642-89C6-87F311C79AD3}" type="datetimeFigureOut">
              <a:rPr kumimoji="1" lang="zh-CN" altLang="en-US" smtClean="0"/>
              <a:t>2025/12/9</a:t>
            </a:fld>
            <a:endParaRPr kumimoji="1"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462FD-79B1-DE4A-BC45-489C528851E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477063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B91B6-936C-1642-89C6-87F311C79AD3}" type="datetimeFigureOut">
              <a:rPr kumimoji="1" lang="zh-CN" altLang="en-US" smtClean="0"/>
              <a:t>2025/12/9</a:t>
            </a:fld>
            <a:endParaRPr kumimoji="1"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462FD-79B1-DE4A-BC45-489C528851E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250220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B91B6-936C-1642-89C6-87F311C79AD3}" type="datetimeFigureOut">
              <a:rPr kumimoji="1" lang="zh-CN" altLang="en-US" smtClean="0"/>
              <a:t>2025/12/9</a:t>
            </a:fld>
            <a:endParaRPr kumimoji="1"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462FD-79B1-DE4A-BC45-489C528851E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668837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379" y="109008"/>
            <a:ext cx="793104" cy="381529"/>
          </a:xfrm>
        </p:spPr>
        <p:txBody>
          <a:bodyPr anchor="b"/>
          <a:lstStyle>
            <a:lvl1pPr>
              <a:defRPr sz="763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5411" y="235428"/>
            <a:ext cx="1244888" cy="1161999"/>
          </a:xfrm>
        </p:spPr>
        <p:txBody>
          <a:bodyPr/>
          <a:lstStyle>
            <a:lvl1pPr>
              <a:defRPr sz="763"/>
            </a:lvl1pPr>
            <a:lvl2pPr>
              <a:defRPr sz="668"/>
            </a:lvl2pPr>
            <a:lvl3pPr>
              <a:defRPr sz="572"/>
            </a:lvl3pPr>
            <a:lvl4pPr>
              <a:defRPr sz="477"/>
            </a:lvl4pPr>
            <a:lvl5pPr>
              <a:defRPr sz="477"/>
            </a:lvl5pPr>
            <a:lvl6pPr>
              <a:defRPr sz="477"/>
            </a:lvl6pPr>
            <a:lvl7pPr>
              <a:defRPr sz="477"/>
            </a:lvl7pPr>
            <a:lvl8pPr>
              <a:defRPr sz="477"/>
            </a:lvl8pPr>
            <a:lvl9pPr>
              <a:defRPr sz="477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9379" y="490538"/>
            <a:ext cx="793104" cy="908781"/>
          </a:xfrm>
        </p:spPr>
        <p:txBody>
          <a:bodyPr/>
          <a:lstStyle>
            <a:lvl1pPr marL="0" indent="0">
              <a:buNone/>
              <a:defRPr sz="381"/>
            </a:lvl1pPr>
            <a:lvl2pPr marL="108996" indent="0">
              <a:buNone/>
              <a:defRPr sz="334"/>
            </a:lvl2pPr>
            <a:lvl3pPr marL="217993" indent="0">
              <a:buNone/>
              <a:defRPr sz="286"/>
            </a:lvl3pPr>
            <a:lvl4pPr marL="326989" indent="0">
              <a:buNone/>
              <a:defRPr sz="238"/>
            </a:lvl4pPr>
            <a:lvl5pPr marL="435986" indent="0">
              <a:buNone/>
              <a:defRPr sz="238"/>
            </a:lvl5pPr>
            <a:lvl6pPr marL="544982" indent="0">
              <a:buNone/>
              <a:defRPr sz="238"/>
            </a:lvl6pPr>
            <a:lvl7pPr marL="653979" indent="0">
              <a:buNone/>
              <a:defRPr sz="238"/>
            </a:lvl7pPr>
            <a:lvl8pPr marL="762975" indent="0">
              <a:buNone/>
              <a:defRPr sz="238"/>
            </a:lvl8pPr>
            <a:lvl9pPr marL="871972" indent="0">
              <a:buNone/>
              <a:defRPr sz="238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B91B6-936C-1642-89C6-87F311C79AD3}" type="datetimeFigureOut">
              <a:rPr kumimoji="1" lang="zh-CN" altLang="en-US" smtClean="0"/>
              <a:t>2025/12/9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462FD-79B1-DE4A-BC45-489C528851E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008422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379" y="109008"/>
            <a:ext cx="793104" cy="381529"/>
          </a:xfrm>
        </p:spPr>
        <p:txBody>
          <a:bodyPr anchor="b"/>
          <a:lstStyle>
            <a:lvl1pPr>
              <a:defRPr sz="763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5411" y="235428"/>
            <a:ext cx="1244888" cy="1161999"/>
          </a:xfrm>
        </p:spPr>
        <p:txBody>
          <a:bodyPr anchor="t"/>
          <a:lstStyle>
            <a:lvl1pPr marL="0" indent="0">
              <a:buNone/>
              <a:defRPr sz="763"/>
            </a:lvl1pPr>
            <a:lvl2pPr marL="108996" indent="0">
              <a:buNone/>
              <a:defRPr sz="668"/>
            </a:lvl2pPr>
            <a:lvl3pPr marL="217993" indent="0">
              <a:buNone/>
              <a:defRPr sz="572"/>
            </a:lvl3pPr>
            <a:lvl4pPr marL="326989" indent="0">
              <a:buNone/>
              <a:defRPr sz="477"/>
            </a:lvl4pPr>
            <a:lvl5pPr marL="435986" indent="0">
              <a:buNone/>
              <a:defRPr sz="477"/>
            </a:lvl5pPr>
            <a:lvl6pPr marL="544982" indent="0">
              <a:buNone/>
              <a:defRPr sz="477"/>
            </a:lvl6pPr>
            <a:lvl7pPr marL="653979" indent="0">
              <a:buNone/>
              <a:defRPr sz="477"/>
            </a:lvl7pPr>
            <a:lvl8pPr marL="762975" indent="0">
              <a:buNone/>
              <a:defRPr sz="477"/>
            </a:lvl8pPr>
            <a:lvl9pPr marL="871972" indent="0">
              <a:buNone/>
              <a:defRPr sz="477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9379" y="490538"/>
            <a:ext cx="793104" cy="908781"/>
          </a:xfrm>
        </p:spPr>
        <p:txBody>
          <a:bodyPr/>
          <a:lstStyle>
            <a:lvl1pPr marL="0" indent="0">
              <a:buNone/>
              <a:defRPr sz="381"/>
            </a:lvl1pPr>
            <a:lvl2pPr marL="108996" indent="0">
              <a:buNone/>
              <a:defRPr sz="334"/>
            </a:lvl2pPr>
            <a:lvl3pPr marL="217993" indent="0">
              <a:buNone/>
              <a:defRPr sz="286"/>
            </a:lvl3pPr>
            <a:lvl4pPr marL="326989" indent="0">
              <a:buNone/>
              <a:defRPr sz="238"/>
            </a:lvl4pPr>
            <a:lvl5pPr marL="435986" indent="0">
              <a:buNone/>
              <a:defRPr sz="238"/>
            </a:lvl5pPr>
            <a:lvl6pPr marL="544982" indent="0">
              <a:buNone/>
              <a:defRPr sz="238"/>
            </a:lvl6pPr>
            <a:lvl7pPr marL="653979" indent="0">
              <a:buNone/>
              <a:defRPr sz="238"/>
            </a:lvl7pPr>
            <a:lvl8pPr marL="762975" indent="0">
              <a:buNone/>
              <a:defRPr sz="238"/>
            </a:lvl8pPr>
            <a:lvl9pPr marL="871972" indent="0">
              <a:buNone/>
              <a:defRPr sz="238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B91B6-936C-1642-89C6-87F311C79AD3}" type="datetimeFigureOut">
              <a:rPr kumimoji="1" lang="zh-CN" altLang="en-US" smtClean="0"/>
              <a:t>2025/12/9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462FD-79B1-DE4A-BC45-489C528851E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792226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B91B6-936C-1642-89C6-87F311C79AD3}" type="datetimeFigureOut">
              <a:rPr kumimoji="1" lang="zh-CN" altLang="en-US" smtClean="0"/>
              <a:t>2025/12/9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462FD-79B1-DE4A-BC45-489C528851E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450751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759749" y="87055"/>
            <a:ext cx="530230" cy="138569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9059" y="87055"/>
            <a:ext cx="1559952" cy="138569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B91B6-936C-1642-89C6-87F311C79AD3}" type="datetimeFigureOut">
              <a:rPr kumimoji="1" lang="zh-CN" altLang="en-US" smtClean="0"/>
              <a:t>2025/12/9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462FD-79B1-DE4A-BC45-489C528851E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910324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9059" y="87055"/>
            <a:ext cx="2120920" cy="316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9059" y="435276"/>
            <a:ext cx="2120920" cy="1037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69059" y="1515519"/>
            <a:ext cx="553284" cy="870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2B91B6-936C-1642-89C6-87F311C79AD3}" type="datetimeFigureOut">
              <a:rPr kumimoji="1" lang="zh-CN" altLang="en-US" smtClean="0"/>
              <a:t>2025/12/9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14557" y="1515519"/>
            <a:ext cx="829925" cy="870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36695" y="1515519"/>
            <a:ext cx="553284" cy="870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0462FD-79B1-DE4A-BC45-489C528851E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05722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217993" rtl="0" eaLnBrk="1" latinLnBrk="0" hangingPunct="1">
        <a:lnSpc>
          <a:spcPct val="90000"/>
        </a:lnSpc>
        <a:spcBef>
          <a:spcPct val="0"/>
        </a:spcBef>
        <a:buNone/>
        <a:defRPr sz="104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4498" indent="-54498" algn="l" defTabSz="217993" rtl="0" eaLnBrk="1" latinLnBrk="0" hangingPunct="1">
        <a:lnSpc>
          <a:spcPct val="90000"/>
        </a:lnSpc>
        <a:spcBef>
          <a:spcPts val="238"/>
        </a:spcBef>
        <a:buFont typeface="Arial" panose="020B0604020202020204" pitchFamily="34" charset="0"/>
        <a:buChar char="•"/>
        <a:defRPr sz="668" kern="1200">
          <a:solidFill>
            <a:schemeClr val="tx1"/>
          </a:solidFill>
          <a:latin typeface="+mn-lt"/>
          <a:ea typeface="+mn-ea"/>
          <a:cs typeface="+mn-cs"/>
        </a:defRPr>
      </a:lvl1pPr>
      <a:lvl2pPr marL="163495" indent="-54498" algn="l" defTabSz="217993" rtl="0" eaLnBrk="1" latinLnBrk="0" hangingPunct="1">
        <a:lnSpc>
          <a:spcPct val="90000"/>
        </a:lnSpc>
        <a:spcBef>
          <a:spcPts val="119"/>
        </a:spcBef>
        <a:buFont typeface="Arial" panose="020B0604020202020204" pitchFamily="34" charset="0"/>
        <a:buChar char="•"/>
        <a:defRPr sz="572" kern="1200">
          <a:solidFill>
            <a:schemeClr val="tx1"/>
          </a:solidFill>
          <a:latin typeface="+mn-lt"/>
          <a:ea typeface="+mn-ea"/>
          <a:cs typeface="+mn-cs"/>
        </a:defRPr>
      </a:lvl2pPr>
      <a:lvl3pPr marL="272491" indent="-54498" algn="l" defTabSz="217993" rtl="0" eaLnBrk="1" latinLnBrk="0" hangingPunct="1">
        <a:lnSpc>
          <a:spcPct val="90000"/>
        </a:lnSpc>
        <a:spcBef>
          <a:spcPts val="119"/>
        </a:spcBef>
        <a:buFont typeface="Arial" panose="020B0604020202020204" pitchFamily="34" charset="0"/>
        <a:buChar char="•"/>
        <a:defRPr sz="477" kern="1200">
          <a:solidFill>
            <a:schemeClr val="tx1"/>
          </a:solidFill>
          <a:latin typeface="+mn-lt"/>
          <a:ea typeface="+mn-ea"/>
          <a:cs typeface="+mn-cs"/>
        </a:defRPr>
      </a:lvl3pPr>
      <a:lvl4pPr marL="381488" indent="-54498" algn="l" defTabSz="217993" rtl="0" eaLnBrk="1" latinLnBrk="0" hangingPunct="1">
        <a:lnSpc>
          <a:spcPct val="90000"/>
        </a:lnSpc>
        <a:spcBef>
          <a:spcPts val="119"/>
        </a:spcBef>
        <a:buFont typeface="Arial" panose="020B0604020202020204" pitchFamily="34" charset="0"/>
        <a:buChar char="•"/>
        <a:defRPr sz="429" kern="1200">
          <a:solidFill>
            <a:schemeClr val="tx1"/>
          </a:solidFill>
          <a:latin typeface="+mn-lt"/>
          <a:ea typeface="+mn-ea"/>
          <a:cs typeface="+mn-cs"/>
        </a:defRPr>
      </a:lvl4pPr>
      <a:lvl5pPr marL="490484" indent="-54498" algn="l" defTabSz="217993" rtl="0" eaLnBrk="1" latinLnBrk="0" hangingPunct="1">
        <a:lnSpc>
          <a:spcPct val="90000"/>
        </a:lnSpc>
        <a:spcBef>
          <a:spcPts val="119"/>
        </a:spcBef>
        <a:buFont typeface="Arial" panose="020B0604020202020204" pitchFamily="34" charset="0"/>
        <a:buChar char="•"/>
        <a:defRPr sz="429" kern="1200">
          <a:solidFill>
            <a:schemeClr val="tx1"/>
          </a:solidFill>
          <a:latin typeface="+mn-lt"/>
          <a:ea typeface="+mn-ea"/>
          <a:cs typeface="+mn-cs"/>
        </a:defRPr>
      </a:lvl5pPr>
      <a:lvl6pPr marL="599481" indent="-54498" algn="l" defTabSz="217993" rtl="0" eaLnBrk="1" latinLnBrk="0" hangingPunct="1">
        <a:lnSpc>
          <a:spcPct val="90000"/>
        </a:lnSpc>
        <a:spcBef>
          <a:spcPts val="119"/>
        </a:spcBef>
        <a:buFont typeface="Arial" panose="020B0604020202020204" pitchFamily="34" charset="0"/>
        <a:buChar char="•"/>
        <a:defRPr sz="429" kern="1200">
          <a:solidFill>
            <a:schemeClr val="tx1"/>
          </a:solidFill>
          <a:latin typeface="+mn-lt"/>
          <a:ea typeface="+mn-ea"/>
          <a:cs typeface="+mn-cs"/>
        </a:defRPr>
      </a:lvl6pPr>
      <a:lvl7pPr marL="708477" indent="-54498" algn="l" defTabSz="217993" rtl="0" eaLnBrk="1" latinLnBrk="0" hangingPunct="1">
        <a:lnSpc>
          <a:spcPct val="90000"/>
        </a:lnSpc>
        <a:spcBef>
          <a:spcPts val="119"/>
        </a:spcBef>
        <a:buFont typeface="Arial" panose="020B0604020202020204" pitchFamily="34" charset="0"/>
        <a:buChar char="•"/>
        <a:defRPr sz="429" kern="1200">
          <a:solidFill>
            <a:schemeClr val="tx1"/>
          </a:solidFill>
          <a:latin typeface="+mn-lt"/>
          <a:ea typeface="+mn-ea"/>
          <a:cs typeface="+mn-cs"/>
        </a:defRPr>
      </a:lvl7pPr>
      <a:lvl8pPr marL="817474" indent="-54498" algn="l" defTabSz="217993" rtl="0" eaLnBrk="1" latinLnBrk="0" hangingPunct="1">
        <a:lnSpc>
          <a:spcPct val="90000"/>
        </a:lnSpc>
        <a:spcBef>
          <a:spcPts val="119"/>
        </a:spcBef>
        <a:buFont typeface="Arial" panose="020B0604020202020204" pitchFamily="34" charset="0"/>
        <a:buChar char="•"/>
        <a:defRPr sz="429" kern="1200">
          <a:solidFill>
            <a:schemeClr val="tx1"/>
          </a:solidFill>
          <a:latin typeface="+mn-lt"/>
          <a:ea typeface="+mn-ea"/>
          <a:cs typeface="+mn-cs"/>
        </a:defRPr>
      </a:lvl8pPr>
      <a:lvl9pPr marL="926470" indent="-54498" algn="l" defTabSz="217993" rtl="0" eaLnBrk="1" latinLnBrk="0" hangingPunct="1">
        <a:lnSpc>
          <a:spcPct val="90000"/>
        </a:lnSpc>
        <a:spcBef>
          <a:spcPts val="119"/>
        </a:spcBef>
        <a:buFont typeface="Arial" panose="020B0604020202020204" pitchFamily="34" charset="0"/>
        <a:buChar char="•"/>
        <a:defRPr sz="42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7993" rtl="0" eaLnBrk="1" latinLnBrk="0" hangingPunct="1">
        <a:defRPr sz="429" kern="1200">
          <a:solidFill>
            <a:schemeClr val="tx1"/>
          </a:solidFill>
          <a:latin typeface="+mn-lt"/>
          <a:ea typeface="+mn-ea"/>
          <a:cs typeface="+mn-cs"/>
        </a:defRPr>
      </a:lvl1pPr>
      <a:lvl2pPr marL="108996" algn="l" defTabSz="217993" rtl="0" eaLnBrk="1" latinLnBrk="0" hangingPunct="1">
        <a:defRPr sz="429" kern="1200">
          <a:solidFill>
            <a:schemeClr val="tx1"/>
          </a:solidFill>
          <a:latin typeface="+mn-lt"/>
          <a:ea typeface="+mn-ea"/>
          <a:cs typeface="+mn-cs"/>
        </a:defRPr>
      </a:lvl2pPr>
      <a:lvl3pPr marL="217993" algn="l" defTabSz="217993" rtl="0" eaLnBrk="1" latinLnBrk="0" hangingPunct="1">
        <a:defRPr sz="429" kern="1200">
          <a:solidFill>
            <a:schemeClr val="tx1"/>
          </a:solidFill>
          <a:latin typeface="+mn-lt"/>
          <a:ea typeface="+mn-ea"/>
          <a:cs typeface="+mn-cs"/>
        </a:defRPr>
      </a:lvl3pPr>
      <a:lvl4pPr marL="326989" algn="l" defTabSz="217993" rtl="0" eaLnBrk="1" latinLnBrk="0" hangingPunct="1">
        <a:defRPr sz="429" kern="1200">
          <a:solidFill>
            <a:schemeClr val="tx1"/>
          </a:solidFill>
          <a:latin typeface="+mn-lt"/>
          <a:ea typeface="+mn-ea"/>
          <a:cs typeface="+mn-cs"/>
        </a:defRPr>
      </a:lvl4pPr>
      <a:lvl5pPr marL="435986" algn="l" defTabSz="217993" rtl="0" eaLnBrk="1" latinLnBrk="0" hangingPunct="1">
        <a:defRPr sz="429" kern="1200">
          <a:solidFill>
            <a:schemeClr val="tx1"/>
          </a:solidFill>
          <a:latin typeface="+mn-lt"/>
          <a:ea typeface="+mn-ea"/>
          <a:cs typeface="+mn-cs"/>
        </a:defRPr>
      </a:lvl5pPr>
      <a:lvl6pPr marL="544982" algn="l" defTabSz="217993" rtl="0" eaLnBrk="1" latinLnBrk="0" hangingPunct="1">
        <a:defRPr sz="429" kern="1200">
          <a:solidFill>
            <a:schemeClr val="tx1"/>
          </a:solidFill>
          <a:latin typeface="+mn-lt"/>
          <a:ea typeface="+mn-ea"/>
          <a:cs typeface="+mn-cs"/>
        </a:defRPr>
      </a:lvl6pPr>
      <a:lvl7pPr marL="653979" algn="l" defTabSz="217993" rtl="0" eaLnBrk="1" latinLnBrk="0" hangingPunct="1">
        <a:defRPr sz="429" kern="1200">
          <a:solidFill>
            <a:schemeClr val="tx1"/>
          </a:solidFill>
          <a:latin typeface="+mn-lt"/>
          <a:ea typeface="+mn-ea"/>
          <a:cs typeface="+mn-cs"/>
        </a:defRPr>
      </a:lvl7pPr>
      <a:lvl8pPr marL="762975" algn="l" defTabSz="217993" rtl="0" eaLnBrk="1" latinLnBrk="0" hangingPunct="1">
        <a:defRPr sz="429" kern="1200">
          <a:solidFill>
            <a:schemeClr val="tx1"/>
          </a:solidFill>
          <a:latin typeface="+mn-lt"/>
          <a:ea typeface="+mn-ea"/>
          <a:cs typeface="+mn-cs"/>
        </a:defRPr>
      </a:lvl8pPr>
      <a:lvl9pPr marL="871972" algn="l" defTabSz="217993" rtl="0" eaLnBrk="1" latinLnBrk="0" hangingPunct="1">
        <a:defRPr sz="42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37B57698-36E5-CC2F-C486-A0C88A544B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46"/>
            <a:ext cx="2458800" cy="1634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4777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主题​​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</TotalTime>
  <Words>0</Words>
  <Application>Microsoft Macintosh PowerPoint</Application>
  <PresentationFormat>自定义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 user</dc:creator>
  <cp:lastModifiedBy>office user</cp:lastModifiedBy>
  <cp:revision>1</cp:revision>
  <dcterms:created xsi:type="dcterms:W3CDTF">2025-12-09T05:39:12Z</dcterms:created>
  <dcterms:modified xsi:type="dcterms:W3CDTF">2025-12-09T05:40:50Z</dcterms:modified>
</cp:coreProperties>
</file>