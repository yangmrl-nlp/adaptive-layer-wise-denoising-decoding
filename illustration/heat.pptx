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6" r:id="rId2"/>
  </p:sldIdLst>
  <p:sldSz cx="7199313" cy="3330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09"/>
    <p:restoredTop sz="94682"/>
  </p:normalViewPr>
  <p:slideViewPr>
    <p:cSldViewPr snapToGrid="0">
      <p:cViewPr varScale="1">
        <p:scale>
          <a:sx n="200" d="100"/>
          <a:sy n="200" d="100"/>
        </p:scale>
        <p:origin x="17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545073"/>
            <a:ext cx="5399485" cy="1159534"/>
          </a:xfrm>
        </p:spPr>
        <p:txBody>
          <a:bodyPr anchor="b"/>
          <a:lstStyle>
            <a:lvl1pPr algn="ctr">
              <a:defRPr sz="29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749323"/>
            <a:ext cx="5399485" cy="804118"/>
          </a:xfrm>
        </p:spPr>
        <p:txBody>
          <a:bodyPr/>
          <a:lstStyle>
            <a:lvl1pPr marL="0" indent="0" algn="ctr">
              <a:buNone/>
              <a:defRPr sz="1165"/>
            </a:lvl1pPr>
            <a:lvl2pPr marL="222016" indent="0" algn="ctr">
              <a:buNone/>
              <a:defRPr sz="971"/>
            </a:lvl2pPr>
            <a:lvl3pPr marL="444033" indent="0" algn="ctr">
              <a:buNone/>
              <a:defRPr sz="874"/>
            </a:lvl3pPr>
            <a:lvl4pPr marL="666049" indent="0" algn="ctr">
              <a:buNone/>
              <a:defRPr sz="777"/>
            </a:lvl4pPr>
            <a:lvl5pPr marL="888065" indent="0" algn="ctr">
              <a:buNone/>
              <a:defRPr sz="777"/>
            </a:lvl5pPr>
            <a:lvl6pPr marL="1110082" indent="0" algn="ctr">
              <a:buNone/>
              <a:defRPr sz="777"/>
            </a:lvl6pPr>
            <a:lvl7pPr marL="1332098" indent="0" algn="ctr">
              <a:buNone/>
              <a:defRPr sz="777"/>
            </a:lvl7pPr>
            <a:lvl8pPr marL="1554114" indent="0" algn="ctr">
              <a:buNone/>
              <a:defRPr sz="777"/>
            </a:lvl8pPr>
            <a:lvl9pPr marL="1776131" indent="0" algn="ctr">
              <a:buNone/>
              <a:defRPr sz="77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6638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914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830332"/>
            <a:ext cx="6209407" cy="1385426"/>
          </a:xfrm>
        </p:spPr>
        <p:txBody>
          <a:bodyPr anchor="b"/>
          <a:lstStyle>
            <a:lvl1pPr>
              <a:defRPr sz="29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228864"/>
            <a:ext cx="6209407" cy="728563"/>
          </a:xfrm>
        </p:spPr>
        <p:txBody>
          <a:bodyPr/>
          <a:lstStyle>
            <a:lvl1pPr marL="0" indent="0">
              <a:buNone/>
              <a:defRPr sz="1165">
                <a:solidFill>
                  <a:schemeClr val="tx1">
                    <a:tint val="82000"/>
                  </a:schemeClr>
                </a:solidFill>
              </a:defRPr>
            </a:lvl1pPr>
            <a:lvl2pPr marL="222016" indent="0">
              <a:buNone/>
              <a:defRPr sz="971">
                <a:solidFill>
                  <a:schemeClr val="tx1">
                    <a:tint val="82000"/>
                  </a:schemeClr>
                </a:solidFill>
              </a:defRPr>
            </a:lvl2pPr>
            <a:lvl3pPr marL="444033" indent="0">
              <a:buNone/>
              <a:defRPr sz="874">
                <a:solidFill>
                  <a:schemeClr val="tx1">
                    <a:tint val="82000"/>
                  </a:schemeClr>
                </a:solidFill>
              </a:defRPr>
            </a:lvl3pPr>
            <a:lvl4pPr marL="666049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4pPr>
            <a:lvl5pPr marL="888065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5pPr>
            <a:lvl6pPr marL="1110082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6pPr>
            <a:lvl7pPr marL="1332098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7pPr>
            <a:lvl8pPr marL="1554114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8pPr>
            <a:lvl9pPr marL="1776131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678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886612"/>
            <a:ext cx="3059708" cy="21132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886612"/>
            <a:ext cx="3059708" cy="21132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135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77323"/>
            <a:ext cx="6209407" cy="643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816454"/>
            <a:ext cx="3045647" cy="400131"/>
          </a:xfrm>
        </p:spPr>
        <p:txBody>
          <a:bodyPr anchor="b"/>
          <a:lstStyle>
            <a:lvl1pPr marL="0" indent="0">
              <a:buNone/>
              <a:defRPr sz="1165" b="1"/>
            </a:lvl1pPr>
            <a:lvl2pPr marL="222016" indent="0">
              <a:buNone/>
              <a:defRPr sz="971" b="1"/>
            </a:lvl2pPr>
            <a:lvl3pPr marL="444033" indent="0">
              <a:buNone/>
              <a:defRPr sz="874" b="1"/>
            </a:lvl3pPr>
            <a:lvl4pPr marL="666049" indent="0">
              <a:buNone/>
              <a:defRPr sz="777" b="1"/>
            </a:lvl4pPr>
            <a:lvl5pPr marL="888065" indent="0">
              <a:buNone/>
              <a:defRPr sz="777" b="1"/>
            </a:lvl5pPr>
            <a:lvl6pPr marL="1110082" indent="0">
              <a:buNone/>
              <a:defRPr sz="777" b="1"/>
            </a:lvl6pPr>
            <a:lvl7pPr marL="1332098" indent="0">
              <a:buNone/>
              <a:defRPr sz="777" b="1"/>
            </a:lvl7pPr>
            <a:lvl8pPr marL="1554114" indent="0">
              <a:buNone/>
              <a:defRPr sz="777" b="1"/>
            </a:lvl8pPr>
            <a:lvl9pPr marL="1776131" indent="0">
              <a:buNone/>
              <a:defRPr sz="7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216585"/>
            <a:ext cx="3045647" cy="1789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816454"/>
            <a:ext cx="3060646" cy="400131"/>
          </a:xfrm>
        </p:spPr>
        <p:txBody>
          <a:bodyPr anchor="b"/>
          <a:lstStyle>
            <a:lvl1pPr marL="0" indent="0">
              <a:buNone/>
              <a:defRPr sz="1165" b="1"/>
            </a:lvl1pPr>
            <a:lvl2pPr marL="222016" indent="0">
              <a:buNone/>
              <a:defRPr sz="971" b="1"/>
            </a:lvl2pPr>
            <a:lvl3pPr marL="444033" indent="0">
              <a:buNone/>
              <a:defRPr sz="874" b="1"/>
            </a:lvl3pPr>
            <a:lvl4pPr marL="666049" indent="0">
              <a:buNone/>
              <a:defRPr sz="777" b="1"/>
            </a:lvl4pPr>
            <a:lvl5pPr marL="888065" indent="0">
              <a:buNone/>
              <a:defRPr sz="777" b="1"/>
            </a:lvl5pPr>
            <a:lvl6pPr marL="1110082" indent="0">
              <a:buNone/>
              <a:defRPr sz="777" b="1"/>
            </a:lvl6pPr>
            <a:lvl7pPr marL="1332098" indent="0">
              <a:buNone/>
              <a:defRPr sz="777" b="1"/>
            </a:lvl7pPr>
            <a:lvl8pPr marL="1554114" indent="0">
              <a:buNone/>
              <a:defRPr sz="777" b="1"/>
            </a:lvl8pPr>
            <a:lvl9pPr marL="1776131" indent="0">
              <a:buNone/>
              <a:defRPr sz="7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216585"/>
            <a:ext cx="3060646" cy="1789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720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196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760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2038"/>
            <a:ext cx="2321966" cy="777134"/>
          </a:xfrm>
        </p:spPr>
        <p:txBody>
          <a:bodyPr anchor="b"/>
          <a:lstStyle>
            <a:lvl1pPr>
              <a:defRPr sz="15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479541"/>
            <a:ext cx="3644652" cy="2366867"/>
          </a:xfrm>
        </p:spPr>
        <p:txBody>
          <a:bodyPr/>
          <a:lstStyle>
            <a:lvl1pPr>
              <a:defRPr sz="1554"/>
            </a:lvl1pPr>
            <a:lvl2pPr>
              <a:defRPr sz="1360"/>
            </a:lvl2pPr>
            <a:lvl3pPr>
              <a:defRPr sz="1165"/>
            </a:lvl3pPr>
            <a:lvl4pPr>
              <a:defRPr sz="971"/>
            </a:lvl4pPr>
            <a:lvl5pPr>
              <a:defRPr sz="971"/>
            </a:lvl5pPr>
            <a:lvl6pPr>
              <a:defRPr sz="971"/>
            </a:lvl6pPr>
            <a:lvl7pPr>
              <a:defRPr sz="971"/>
            </a:lvl7pPr>
            <a:lvl8pPr>
              <a:defRPr sz="971"/>
            </a:lvl8pPr>
            <a:lvl9pPr>
              <a:defRPr sz="97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999172"/>
            <a:ext cx="2321966" cy="1851091"/>
          </a:xfrm>
        </p:spPr>
        <p:txBody>
          <a:bodyPr/>
          <a:lstStyle>
            <a:lvl1pPr marL="0" indent="0">
              <a:buNone/>
              <a:defRPr sz="777"/>
            </a:lvl1pPr>
            <a:lvl2pPr marL="222016" indent="0">
              <a:buNone/>
              <a:defRPr sz="680"/>
            </a:lvl2pPr>
            <a:lvl3pPr marL="444033" indent="0">
              <a:buNone/>
              <a:defRPr sz="583"/>
            </a:lvl3pPr>
            <a:lvl4pPr marL="666049" indent="0">
              <a:buNone/>
              <a:defRPr sz="486"/>
            </a:lvl4pPr>
            <a:lvl5pPr marL="888065" indent="0">
              <a:buNone/>
              <a:defRPr sz="486"/>
            </a:lvl5pPr>
            <a:lvl6pPr marL="1110082" indent="0">
              <a:buNone/>
              <a:defRPr sz="486"/>
            </a:lvl6pPr>
            <a:lvl7pPr marL="1332098" indent="0">
              <a:buNone/>
              <a:defRPr sz="486"/>
            </a:lvl7pPr>
            <a:lvl8pPr marL="1554114" indent="0">
              <a:buNone/>
              <a:defRPr sz="486"/>
            </a:lvl8pPr>
            <a:lvl9pPr marL="1776131" indent="0">
              <a:buNone/>
              <a:defRPr sz="4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637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2038"/>
            <a:ext cx="2321966" cy="777134"/>
          </a:xfrm>
        </p:spPr>
        <p:txBody>
          <a:bodyPr anchor="b"/>
          <a:lstStyle>
            <a:lvl1pPr>
              <a:defRPr sz="15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479541"/>
            <a:ext cx="3644652" cy="2366867"/>
          </a:xfrm>
        </p:spPr>
        <p:txBody>
          <a:bodyPr anchor="t"/>
          <a:lstStyle>
            <a:lvl1pPr marL="0" indent="0">
              <a:buNone/>
              <a:defRPr sz="1554"/>
            </a:lvl1pPr>
            <a:lvl2pPr marL="222016" indent="0">
              <a:buNone/>
              <a:defRPr sz="1360"/>
            </a:lvl2pPr>
            <a:lvl3pPr marL="444033" indent="0">
              <a:buNone/>
              <a:defRPr sz="1165"/>
            </a:lvl3pPr>
            <a:lvl4pPr marL="666049" indent="0">
              <a:buNone/>
              <a:defRPr sz="971"/>
            </a:lvl4pPr>
            <a:lvl5pPr marL="888065" indent="0">
              <a:buNone/>
              <a:defRPr sz="971"/>
            </a:lvl5pPr>
            <a:lvl6pPr marL="1110082" indent="0">
              <a:buNone/>
              <a:defRPr sz="971"/>
            </a:lvl6pPr>
            <a:lvl7pPr marL="1332098" indent="0">
              <a:buNone/>
              <a:defRPr sz="971"/>
            </a:lvl7pPr>
            <a:lvl8pPr marL="1554114" indent="0">
              <a:buNone/>
              <a:defRPr sz="971"/>
            </a:lvl8pPr>
            <a:lvl9pPr marL="1776131" indent="0">
              <a:buNone/>
              <a:defRPr sz="97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999172"/>
            <a:ext cx="2321966" cy="1851091"/>
          </a:xfrm>
        </p:spPr>
        <p:txBody>
          <a:bodyPr/>
          <a:lstStyle>
            <a:lvl1pPr marL="0" indent="0">
              <a:buNone/>
              <a:defRPr sz="777"/>
            </a:lvl1pPr>
            <a:lvl2pPr marL="222016" indent="0">
              <a:buNone/>
              <a:defRPr sz="680"/>
            </a:lvl2pPr>
            <a:lvl3pPr marL="444033" indent="0">
              <a:buNone/>
              <a:defRPr sz="583"/>
            </a:lvl3pPr>
            <a:lvl4pPr marL="666049" indent="0">
              <a:buNone/>
              <a:defRPr sz="486"/>
            </a:lvl4pPr>
            <a:lvl5pPr marL="888065" indent="0">
              <a:buNone/>
              <a:defRPr sz="486"/>
            </a:lvl5pPr>
            <a:lvl6pPr marL="1110082" indent="0">
              <a:buNone/>
              <a:defRPr sz="486"/>
            </a:lvl6pPr>
            <a:lvl7pPr marL="1332098" indent="0">
              <a:buNone/>
              <a:defRPr sz="486"/>
            </a:lvl7pPr>
            <a:lvl8pPr marL="1554114" indent="0">
              <a:buNone/>
              <a:defRPr sz="486"/>
            </a:lvl8pPr>
            <a:lvl9pPr marL="1776131" indent="0">
              <a:buNone/>
              <a:defRPr sz="4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779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301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177322"/>
            <a:ext cx="1552352" cy="282250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77322"/>
            <a:ext cx="4567064" cy="282250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163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77323"/>
            <a:ext cx="6209407" cy="643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886612"/>
            <a:ext cx="6209407" cy="2113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3086950"/>
            <a:ext cx="1619845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DF90E-B0F5-3744-BE20-C5BA85DDB141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3086950"/>
            <a:ext cx="2429768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3086950"/>
            <a:ext cx="1619845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39DB7-35D1-984D-932E-5B90B3327B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798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444033" rtl="0" eaLnBrk="1" latinLnBrk="0" hangingPunct="1">
        <a:lnSpc>
          <a:spcPct val="90000"/>
        </a:lnSpc>
        <a:spcBef>
          <a:spcPct val="0"/>
        </a:spcBef>
        <a:buNone/>
        <a:defRPr sz="21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008" indent="-111008" algn="l" defTabSz="444033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1pPr>
      <a:lvl2pPr marL="333024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1165" kern="1200">
          <a:solidFill>
            <a:schemeClr val="tx1"/>
          </a:solidFill>
          <a:latin typeface="+mn-lt"/>
          <a:ea typeface="+mn-ea"/>
          <a:cs typeface="+mn-cs"/>
        </a:defRPr>
      </a:lvl2pPr>
      <a:lvl3pPr marL="555041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971" kern="1200">
          <a:solidFill>
            <a:schemeClr val="tx1"/>
          </a:solidFill>
          <a:latin typeface="+mn-lt"/>
          <a:ea typeface="+mn-ea"/>
          <a:cs typeface="+mn-cs"/>
        </a:defRPr>
      </a:lvl3pPr>
      <a:lvl4pPr marL="777057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4pPr>
      <a:lvl5pPr marL="999073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5pPr>
      <a:lvl6pPr marL="1221090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6pPr>
      <a:lvl7pPr marL="1443106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7pPr>
      <a:lvl8pPr marL="1665122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8pPr>
      <a:lvl9pPr marL="1887139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1pPr>
      <a:lvl2pPr marL="222016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2pPr>
      <a:lvl3pPr marL="444033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3pPr>
      <a:lvl4pPr marL="666049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4pPr>
      <a:lvl5pPr marL="888065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5pPr>
      <a:lvl6pPr marL="1110082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6pPr>
      <a:lvl7pPr marL="1332098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7pPr>
      <a:lvl8pPr marL="1554114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8pPr>
      <a:lvl9pPr marL="1776131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59">
            <a:extLst>
              <a:ext uri="{FF2B5EF4-FFF2-40B4-BE49-F238E27FC236}">
                <a16:creationId xmlns:a16="http://schemas.microsoft.com/office/drawing/2014/main" id="{8D6532AD-7247-4901-8D5F-11D836085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79"/>
          <a:stretch>
            <a:fillRect/>
          </a:stretch>
        </p:blipFill>
        <p:spPr>
          <a:xfrm>
            <a:off x="1008679" y="217026"/>
            <a:ext cx="6184688" cy="2896130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9982A653-C2CB-A38A-7168-2418E6E12BBC}"/>
              </a:ext>
            </a:extLst>
          </p:cNvPr>
          <p:cNvSpPr txBox="1"/>
          <p:nvPr/>
        </p:nvSpPr>
        <p:spPr>
          <a:xfrm>
            <a:off x="1806951" y="2751328"/>
            <a:ext cx="37863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FF489F9-8FCD-9994-4F31-ED8A262E1D63}"/>
              </a:ext>
            </a:extLst>
          </p:cNvPr>
          <p:cNvSpPr txBox="1"/>
          <p:nvPr/>
        </p:nvSpPr>
        <p:spPr>
          <a:xfrm>
            <a:off x="2020004" y="2752775"/>
            <a:ext cx="43954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81057F5-25D3-1FC7-16E0-E4A9E071D722}"/>
              </a:ext>
            </a:extLst>
          </p:cNvPr>
          <p:cNvSpPr txBox="1"/>
          <p:nvPr/>
        </p:nvSpPr>
        <p:spPr>
          <a:xfrm>
            <a:off x="2296852" y="2752775"/>
            <a:ext cx="433132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4ABD9DD-3F31-DCC3-77A6-B20A64B8B1A9}"/>
              </a:ext>
            </a:extLst>
          </p:cNvPr>
          <p:cNvSpPr txBox="1"/>
          <p:nvPr/>
        </p:nvSpPr>
        <p:spPr>
          <a:xfrm>
            <a:off x="2604524" y="2752775"/>
            <a:ext cx="30168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82B1699-ED40-9886-C09A-127422A2623E}"/>
              </a:ext>
            </a:extLst>
          </p:cNvPr>
          <p:cNvSpPr txBox="1"/>
          <p:nvPr/>
        </p:nvSpPr>
        <p:spPr>
          <a:xfrm>
            <a:off x="2815959" y="2752775"/>
            <a:ext cx="413896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base-</a:t>
            </a:r>
          </a:p>
          <a:p>
            <a:pPr algn="ctr"/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Ball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6A1FDE3-D91A-DAC7-1083-776F552076B1}"/>
              </a:ext>
            </a:extLst>
          </p:cNvPr>
          <p:cNvSpPr txBox="1"/>
          <p:nvPr/>
        </p:nvSpPr>
        <p:spPr>
          <a:xfrm>
            <a:off x="3078925" y="2742475"/>
            <a:ext cx="433132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1A0FC07-2EDB-8244-7F00-721D2C93277F}"/>
              </a:ext>
            </a:extLst>
          </p:cNvPr>
          <p:cNvSpPr txBox="1"/>
          <p:nvPr/>
        </p:nvSpPr>
        <p:spPr>
          <a:xfrm>
            <a:off x="3341193" y="2744415"/>
            <a:ext cx="46198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't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aking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DC6893F-B874-16CC-5940-D530EE17233D}"/>
              </a:ext>
            </a:extLst>
          </p:cNvPr>
          <p:cNvSpPr txBox="1"/>
          <p:nvPr/>
        </p:nvSpPr>
        <p:spPr>
          <a:xfrm>
            <a:off x="3627182" y="2744415"/>
            <a:ext cx="40588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580E01F-B521-51DB-6CC1-414FC7F3C608}"/>
              </a:ext>
            </a:extLst>
          </p:cNvPr>
          <p:cNvSpPr txBox="1"/>
          <p:nvPr/>
        </p:nvSpPr>
        <p:spPr>
          <a:xfrm>
            <a:off x="3919800" y="2744415"/>
            <a:ext cx="32893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F931D29-FF55-52CA-A583-585043813471}"/>
              </a:ext>
            </a:extLst>
          </p:cNvPr>
          <p:cNvSpPr txBox="1"/>
          <p:nvPr/>
        </p:nvSpPr>
        <p:spPr>
          <a:xfrm>
            <a:off x="4205885" y="2751328"/>
            <a:ext cx="27924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3E39D43-D1E2-7BA9-09DF-F625BBF27ADB}"/>
              </a:ext>
            </a:extLst>
          </p:cNvPr>
          <p:cNvSpPr txBox="1"/>
          <p:nvPr/>
        </p:nvSpPr>
        <p:spPr>
          <a:xfrm>
            <a:off x="4414206" y="2751328"/>
            <a:ext cx="40267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C617479-CBAC-BB0C-7863-117675492FE6}"/>
              </a:ext>
            </a:extLst>
          </p:cNvPr>
          <p:cNvSpPr txBox="1"/>
          <p:nvPr/>
        </p:nvSpPr>
        <p:spPr>
          <a:xfrm>
            <a:off x="4737386" y="2741751"/>
            <a:ext cx="26161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A0AB7CB-F408-7259-E9B9-3B43F8473FDA}"/>
              </a:ext>
            </a:extLst>
          </p:cNvPr>
          <p:cNvSpPr txBox="1"/>
          <p:nvPr/>
        </p:nvSpPr>
        <p:spPr>
          <a:xfrm>
            <a:off x="4934789" y="2751328"/>
            <a:ext cx="396262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C044333-2FD6-51F8-1CA6-B7F81C36B866}"/>
              </a:ext>
            </a:extLst>
          </p:cNvPr>
          <p:cNvSpPr txBox="1"/>
          <p:nvPr/>
        </p:nvSpPr>
        <p:spPr>
          <a:xfrm>
            <a:off x="5175614" y="2750859"/>
            <a:ext cx="421910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sever-</a:t>
            </a:r>
          </a:p>
          <a:p>
            <a:pPr algn="ctr"/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E7E9B56-0ACD-B5F2-755C-57339EF65E16}"/>
              </a:ext>
            </a:extLst>
          </p:cNvPr>
          <p:cNvSpPr txBox="1"/>
          <p:nvPr/>
        </p:nvSpPr>
        <p:spPr>
          <a:xfrm>
            <a:off x="5453069" y="2748665"/>
            <a:ext cx="385042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play-</a:t>
            </a:r>
          </a:p>
          <a:p>
            <a:pPr algn="ctr"/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ers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660B2F0-64BB-B4D5-74B1-430D0E6F4A22}"/>
              </a:ext>
            </a:extLst>
          </p:cNvPr>
          <p:cNvSpPr txBox="1"/>
          <p:nvPr/>
        </p:nvSpPr>
        <p:spPr>
          <a:xfrm>
            <a:off x="5721469" y="2748665"/>
            <a:ext cx="389850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invo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lved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86BBF1C-EEA4-A9C9-0CD0-E77E4EC94340}"/>
              </a:ext>
            </a:extLst>
          </p:cNvPr>
          <p:cNvSpPr txBox="1"/>
          <p:nvPr/>
        </p:nvSpPr>
        <p:spPr>
          <a:xfrm>
            <a:off x="6020527" y="2757803"/>
            <a:ext cx="30809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634FC32F-C137-3940-8530-57647CF0AEA9}"/>
              </a:ext>
            </a:extLst>
          </p:cNvPr>
          <p:cNvSpPr txBox="1"/>
          <p:nvPr/>
        </p:nvSpPr>
        <p:spPr>
          <a:xfrm>
            <a:off x="6234636" y="2755139"/>
            <a:ext cx="370614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ous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5D4388D-9DA7-9894-3D08-BFB009F0AA14}"/>
              </a:ext>
            </a:extLst>
          </p:cNvPr>
          <p:cNvSpPr txBox="1"/>
          <p:nvPr/>
        </p:nvSpPr>
        <p:spPr>
          <a:xfrm>
            <a:off x="6505443" y="2755140"/>
            <a:ext cx="380232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tions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137CC16-8738-394D-350A-54C22D08B5C0}"/>
              </a:ext>
            </a:extLst>
          </p:cNvPr>
          <p:cNvSpPr txBox="1"/>
          <p:nvPr/>
        </p:nvSpPr>
        <p:spPr>
          <a:xfrm>
            <a:off x="6844981" y="2757803"/>
            <a:ext cx="23916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图片 80" descr="棒球选手准备挥棒&#10;&#10;AI 生成的内容可能不正确。">
            <a:extLst>
              <a:ext uri="{FF2B5EF4-FFF2-40B4-BE49-F238E27FC236}">
                <a16:creationId xmlns:a16="http://schemas.microsoft.com/office/drawing/2014/main" id="{F640104C-C2AE-346A-3C35-21312F609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94" y="723764"/>
            <a:ext cx="1383182" cy="1037386"/>
          </a:xfrm>
          <a:prstGeom prst="rect">
            <a:avLst/>
          </a:pr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0D24CFE9-3BD2-4902-2540-798379DBBA1B}"/>
              </a:ext>
            </a:extLst>
          </p:cNvPr>
          <p:cNvSpPr txBox="1"/>
          <p:nvPr/>
        </p:nvSpPr>
        <p:spPr>
          <a:xfrm>
            <a:off x="50830" y="496310"/>
            <a:ext cx="736099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Input image :</a:t>
            </a:r>
            <a:endParaRPr kumimoji="1" lang="zh-CN" altLang="en-US" sz="696" b="1" dirty="0">
              <a:solidFill>
                <a:schemeClr val="accent1"/>
              </a:solidFill>
              <a:latin typeface="Comic Sans MS" panose="030F0902030302020204" pitchFamily="66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ACAF26C-6D34-87AD-1AA9-D9F170F4AF5E}"/>
              </a:ext>
            </a:extLst>
          </p:cNvPr>
          <p:cNvSpPr txBox="1"/>
          <p:nvPr/>
        </p:nvSpPr>
        <p:spPr>
          <a:xfrm>
            <a:off x="31346" y="1777452"/>
            <a:ext cx="59022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Question: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96F04C7-D794-5E58-2C5B-CE22376AA98B}"/>
              </a:ext>
            </a:extLst>
          </p:cNvPr>
          <p:cNvSpPr txBox="1"/>
          <p:nvPr/>
        </p:nvSpPr>
        <p:spPr>
          <a:xfrm>
            <a:off x="50830" y="2231637"/>
            <a:ext cx="845103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LVLM response: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AE4B28F-7829-0EFB-491F-D664F2E957AA}"/>
              </a:ext>
            </a:extLst>
          </p:cNvPr>
          <p:cNvSpPr txBox="1"/>
          <p:nvPr/>
        </p:nvSpPr>
        <p:spPr>
          <a:xfrm>
            <a:off x="43917" y="1947453"/>
            <a:ext cx="1641796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96" dirty="0">
                <a:latin typeface="Comic Sans MS" panose="030F0902030302020204" pitchFamily="66" charset="0"/>
              </a:rPr>
              <a:t>Please help me describe the image </a:t>
            </a:r>
          </a:p>
          <a:p>
            <a:r>
              <a:rPr lang="en" altLang="zh-CN" sz="696" dirty="0">
                <a:latin typeface="Comic Sans MS" panose="030F0902030302020204" pitchFamily="66" charset="0"/>
              </a:rPr>
              <a:t>in detail.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4AB3A7F2-8F8A-F8FD-D68F-65F0A9A2A585}"/>
              </a:ext>
            </a:extLst>
          </p:cNvPr>
          <p:cNvSpPr txBox="1"/>
          <p:nvPr/>
        </p:nvSpPr>
        <p:spPr>
          <a:xfrm>
            <a:off x="40369" y="2405130"/>
            <a:ext cx="1702710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96" dirty="0">
                <a:latin typeface="Comic Sans MS" panose="030F0902030302020204" pitchFamily="66" charset="0"/>
              </a:rPr>
              <a:t>The scene features a baseball game </a:t>
            </a:r>
          </a:p>
          <a:p>
            <a:r>
              <a:rPr lang="en" altLang="zh-CN" sz="696" dirty="0">
                <a:latin typeface="Comic Sans MS" panose="030F0902030302020204" pitchFamily="66" charset="0"/>
              </a:rPr>
              <a:t>taking place on a field, with several </a:t>
            </a:r>
          </a:p>
          <a:p>
            <a:r>
              <a:rPr lang="en" altLang="zh-CN" sz="696" dirty="0">
                <a:latin typeface="Comic Sans MS" panose="030F0902030302020204" pitchFamily="66" charset="0"/>
              </a:rPr>
              <a:t>players involved in various positions.</a:t>
            </a:r>
          </a:p>
        </p:txBody>
      </p:sp>
    </p:spTree>
    <p:extLst>
      <p:ext uri="{BB962C8B-B14F-4D97-AF65-F5344CB8AC3E}">
        <p14:creationId xmlns:p14="http://schemas.microsoft.com/office/powerpoint/2010/main" val="8077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93</Words>
  <Application>Microsoft Macintosh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Comic Sans MS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11</cp:revision>
  <dcterms:created xsi:type="dcterms:W3CDTF">2025-12-07T03:28:44Z</dcterms:created>
  <dcterms:modified xsi:type="dcterms:W3CDTF">2025-12-09T17:08:09Z</dcterms:modified>
</cp:coreProperties>
</file>