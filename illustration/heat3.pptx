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199313" cy="3330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82"/>
  </p:normalViewPr>
  <p:slideViewPr>
    <p:cSldViewPr snapToGrid="0">
      <p:cViewPr varScale="1">
        <p:scale>
          <a:sx n="197" d="100"/>
          <a:sy n="197" d="100"/>
        </p:scale>
        <p:origin x="192" y="6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545073"/>
            <a:ext cx="5399485" cy="1159534"/>
          </a:xfrm>
        </p:spPr>
        <p:txBody>
          <a:bodyPr anchor="b"/>
          <a:lstStyle>
            <a:lvl1pPr algn="ctr">
              <a:defRPr sz="29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1749323"/>
            <a:ext cx="5399485" cy="804118"/>
          </a:xfrm>
        </p:spPr>
        <p:txBody>
          <a:bodyPr/>
          <a:lstStyle>
            <a:lvl1pPr marL="0" indent="0" algn="ctr">
              <a:buNone/>
              <a:defRPr sz="1165"/>
            </a:lvl1pPr>
            <a:lvl2pPr marL="222016" indent="0" algn="ctr">
              <a:buNone/>
              <a:defRPr sz="971"/>
            </a:lvl2pPr>
            <a:lvl3pPr marL="444033" indent="0" algn="ctr">
              <a:buNone/>
              <a:defRPr sz="874"/>
            </a:lvl3pPr>
            <a:lvl4pPr marL="666049" indent="0" algn="ctr">
              <a:buNone/>
              <a:defRPr sz="777"/>
            </a:lvl4pPr>
            <a:lvl5pPr marL="888065" indent="0" algn="ctr">
              <a:buNone/>
              <a:defRPr sz="777"/>
            </a:lvl5pPr>
            <a:lvl6pPr marL="1110082" indent="0" algn="ctr">
              <a:buNone/>
              <a:defRPr sz="777"/>
            </a:lvl6pPr>
            <a:lvl7pPr marL="1332098" indent="0" algn="ctr">
              <a:buNone/>
              <a:defRPr sz="777"/>
            </a:lvl7pPr>
            <a:lvl8pPr marL="1554114" indent="0" algn="ctr">
              <a:buNone/>
              <a:defRPr sz="777"/>
            </a:lvl8pPr>
            <a:lvl9pPr marL="1776131" indent="0" algn="ctr">
              <a:buNone/>
              <a:defRPr sz="77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774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078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830332"/>
            <a:ext cx="6209407" cy="1385426"/>
          </a:xfrm>
        </p:spPr>
        <p:txBody>
          <a:bodyPr anchor="b"/>
          <a:lstStyle>
            <a:lvl1pPr>
              <a:defRPr sz="291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228864"/>
            <a:ext cx="6209407" cy="728563"/>
          </a:xfrm>
        </p:spPr>
        <p:txBody>
          <a:bodyPr/>
          <a:lstStyle>
            <a:lvl1pPr marL="0" indent="0">
              <a:buNone/>
              <a:defRPr sz="1165">
                <a:solidFill>
                  <a:schemeClr val="tx1">
                    <a:tint val="82000"/>
                  </a:schemeClr>
                </a:solidFill>
              </a:defRPr>
            </a:lvl1pPr>
            <a:lvl2pPr marL="222016" indent="0">
              <a:buNone/>
              <a:defRPr sz="971">
                <a:solidFill>
                  <a:schemeClr val="tx1">
                    <a:tint val="82000"/>
                  </a:schemeClr>
                </a:solidFill>
              </a:defRPr>
            </a:lvl2pPr>
            <a:lvl3pPr marL="444033" indent="0">
              <a:buNone/>
              <a:defRPr sz="874">
                <a:solidFill>
                  <a:schemeClr val="tx1">
                    <a:tint val="82000"/>
                  </a:schemeClr>
                </a:solidFill>
              </a:defRPr>
            </a:lvl3pPr>
            <a:lvl4pPr marL="666049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4pPr>
            <a:lvl5pPr marL="888065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5pPr>
            <a:lvl6pPr marL="1110082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6pPr>
            <a:lvl7pPr marL="1332098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7pPr>
            <a:lvl8pPr marL="1554114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8pPr>
            <a:lvl9pPr marL="1776131" indent="0">
              <a:buNone/>
              <a:defRPr sz="77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4385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886612"/>
            <a:ext cx="3059708" cy="21132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886612"/>
            <a:ext cx="3059708" cy="211321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817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77323"/>
            <a:ext cx="6209407" cy="643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816454"/>
            <a:ext cx="3045647" cy="400131"/>
          </a:xfrm>
        </p:spPr>
        <p:txBody>
          <a:bodyPr anchor="b"/>
          <a:lstStyle>
            <a:lvl1pPr marL="0" indent="0">
              <a:buNone/>
              <a:defRPr sz="1165" b="1"/>
            </a:lvl1pPr>
            <a:lvl2pPr marL="222016" indent="0">
              <a:buNone/>
              <a:defRPr sz="971" b="1"/>
            </a:lvl2pPr>
            <a:lvl3pPr marL="444033" indent="0">
              <a:buNone/>
              <a:defRPr sz="874" b="1"/>
            </a:lvl3pPr>
            <a:lvl4pPr marL="666049" indent="0">
              <a:buNone/>
              <a:defRPr sz="777" b="1"/>
            </a:lvl4pPr>
            <a:lvl5pPr marL="888065" indent="0">
              <a:buNone/>
              <a:defRPr sz="777" b="1"/>
            </a:lvl5pPr>
            <a:lvl6pPr marL="1110082" indent="0">
              <a:buNone/>
              <a:defRPr sz="777" b="1"/>
            </a:lvl6pPr>
            <a:lvl7pPr marL="1332098" indent="0">
              <a:buNone/>
              <a:defRPr sz="777" b="1"/>
            </a:lvl7pPr>
            <a:lvl8pPr marL="1554114" indent="0">
              <a:buNone/>
              <a:defRPr sz="777" b="1"/>
            </a:lvl8pPr>
            <a:lvl9pPr marL="1776131" indent="0">
              <a:buNone/>
              <a:defRPr sz="7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216585"/>
            <a:ext cx="3045647" cy="1789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816454"/>
            <a:ext cx="3060646" cy="400131"/>
          </a:xfrm>
        </p:spPr>
        <p:txBody>
          <a:bodyPr anchor="b"/>
          <a:lstStyle>
            <a:lvl1pPr marL="0" indent="0">
              <a:buNone/>
              <a:defRPr sz="1165" b="1"/>
            </a:lvl1pPr>
            <a:lvl2pPr marL="222016" indent="0">
              <a:buNone/>
              <a:defRPr sz="971" b="1"/>
            </a:lvl2pPr>
            <a:lvl3pPr marL="444033" indent="0">
              <a:buNone/>
              <a:defRPr sz="874" b="1"/>
            </a:lvl3pPr>
            <a:lvl4pPr marL="666049" indent="0">
              <a:buNone/>
              <a:defRPr sz="777" b="1"/>
            </a:lvl4pPr>
            <a:lvl5pPr marL="888065" indent="0">
              <a:buNone/>
              <a:defRPr sz="777" b="1"/>
            </a:lvl5pPr>
            <a:lvl6pPr marL="1110082" indent="0">
              <a:buNone/>
              <a:defRPr sz="777" b="1"/>
            </a:lvl6pPr>
            <a:lvl7pPr marL="1332098" indent="0">
              <a:buNone/>
              <a:defRPr sz="777" b="1"/>
            </a:lvl7pPr>
            <a:lvl8pPr marL="1554114" indent="0">
              <a:buNone/>
              <a:defRPr sz="777" b="1"/>
            </a:lvl8pPr>
            <a:lvl9pPr marL="1776131" indent="0">
              <a:buNone/>
              <a:defRPr sz="7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216585"/>
            <a:ext cx="3060646" cy="1789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829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0903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751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2038"/>
            <a:ext cx="2321966" cy="777134"/>
          </a:xfrm>
        </p:spPr>
        <p:txBody>
          <a:bodyPr anchor="b"/>
          <a:lstStyle>
            <a:lvl1pPr>
              <a:defRPr sz="15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479541"/>
            <a:ext cx="3644652" cy="2366867"/>
          </a:xfrm>
        </p:spPr>
        <p:txBody>
          <a:bodyPr/>
          <a:lstStyle>
            <a:lvl1pPr>
              <a:defRPr sz="1554"/>
            </a:lvl1pPr>
            <a:lvl2pPr>
              <a:defRPr sz="1360"/>
            </a:lvl2pPr>
            <a:lvl3pPr>
              <a:defRPr sz="1165"/>
            </a:lvl3pPr>
            <a:lvl4pPr>
              <a:defRPr sz="971"/>
            </a:lvl4pPr>
            <a:lvl5pPr>
              <a:defRPr sz="971"/>
            </a:lvl5pPr>
            <a:lvl6pPr>
              <a:defRPr sz="971"/>
            </a:lvl6pPr>
            <a:lvl7pPr>
              <a:defRPr sz="971"/>
            </a:lvl7pPr>
            <a:lvl8pPr>
              <a:defRPr sz="971"/>
            </a:lvl8pPr>
            <a:lvl9pPr>
              <a:defRPr sz="97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999172"/>
            <a:ext cx="2321966" cy="1851091"/>
          </a:xfrm>
        </p:spPr>
        <p:txBody>
          <a:bodyPr/>
          <a:lstStyle>
            <a:lvl1pPr marL="0" indent="0">
              <a:buNone/>
              <a:defRPr sz="777"/>
            </a:lvl1pPr>
            <a:lvl2pPr marL="222016" indent="0">
              <a:buNone/>
              <a:defRPr sz="680"/>
            </a:lvl2pPr>
            <a:lvl3pPr marL="444033" indent="0">
              <a:buNone/>
              <a:defRPr sz="583"/>
            </a:lvl3pPr>
            <a:lvl4pPr marL="666049" indent="0">
              <a:buNone/>
              <a:defRPr sz="486"/>
            </a:lvl4pPr>
            <a:lvl5pPr marL="888065" indent="0">
              <a:buNone/>
              <a:defRPr sz="486"/>
            </a:lvl5pPr>
            <a:lvl6pPr marL="1110082" indent="0">
              <a:buNone/>
              <a:defRPr sz="486"/>
            </a:lvl6pPr>
            <a:lvl7pPr marL="1332098" indent="0">
              <a:buNone/>
              <a:defRPr sz="486"/>
            </a:lvl7pPr>
            <a:lvl8pPr marL="1554114" indent="0">
              <a:buNone/>
              <a:defRPr sz="486"/>
            </a:lvl8pPr>
            <a:lvl9pPr marL="1776131" indent="0">
              <a:buNone/>
              <a:defRPr sz="4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635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2038"/>
            <a:ext cx="2321966" cy="777134"/>
          </a:xfrm>
        </p:spPr>
        <p:txBody>
          <a:bodyPr anchor="b"/>
          <a:lstStyle>
            <a:lvl1pPr>
              <a:defRPr sz="15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479541"/>
            <a:ext cx="3644652" cy="2366867"/>
          </a:xfrm>
        </p:spPr>
        <p:txBody>
          <a:bodyPr anchor="t"/>
          <a:lstStyle>
            <a:lvl1pPr marL="0" indent="0">
              <a:buNone/>
              <a:defRPr sz="1554"/>
            </a:lvl1pPr>
            <a:lvl2pPr marL="222016" indent="0">
              <a:buNone/>
              <a:defRPr sz="1360"/>
            </a:lvl2pPr>
            <a:lvl3pPr marL="444033" indent="0">
              <a:buNone/>
              <a:defRPr sz="1165"/>
            </a:lvl3pPr>
            <a:lvl4pPr marL="666049" indent="0">
              <a:buNone/>
              <a:defRPr sz="971"/>
            </a:lvl4pPr>
            <a:lvl5pPr marL="888065" indent="0">
              <a:buNone/>
              <a:defRPr sz="971"/>
            </a:lvl5pPr>
            <a:lvl6pPr marL="1110082" indent="0">
              <a:buNone/>
              <a:defRPr sz="971"/>
            </a:lvl6pPr>
            <a:lvl7pPr marL="1332098" indent="0">
              <a:buNone/>
              <a:defRPr sz="971"/>
            </a:lvl7pPr>
            <a:lvl8pPr marL="1554114" indent="0">
              <a:buNone/>
              <a:defRPr sz="971"/>
            </a:lvl8pPr>
            <a:lvl9pPr marL="1776131" indent="0">
              <a:buNone/>
              <a:defRPr sz="97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999172"/>
            <a:ext cx="2321966" cy="1851091"/>
          </a:xfrm>
        </p:spPr>
        <p:txBody>
          <a:bodyPr/>
          <a:lstStyle>
            <a:lvl1pPr marL="0" indent="0">
              <a:buNone/>
              <a:defRPr sz="777"/>
            </a:lvl1pPr>
            <a:lvl2pPr marL="222016" indent="0">
              <a:buNone/>
              <a:defRPr sz="680"/>
            </a:lvl2pPr>
            <a:lvl3pPr marL="444033" indent="0">
              <a:buNone/>
              <a:defRPr sz="583"/>
            </a:lvl3pPr>
            <a:lvl4pPr marL="666049" indent="0">
              <a:buNone/>
              <a:defRPr sz="486"/>
            </a:lvl4pPr>
            <a:lvl5pPr marL="888065" indent="0">
              <a:buNone/>
              <a:defRPr sz="486"/>
            </a:lvl5pPr>
            <a:lvl6pPr marL="1110082" indent="0">
              <a:buNone/>
              <a:defRPr sz="486"/>
            </a:lvl6pPr>
            <a:lvl7pPr marL="1332098" indent="0">
              <a:buNone/>
              <a:defRPr sz="486"/>
            </a:lvl7pPr>
            <a:lvl8pPr marL="1554114" indent="0">
              <a:buNone/>
              <a:defRPr sz="486"/>
            </a:lvl8pPr>
            <a:lvl9pPr marL="1776131" indent="0">
              <a:buNone/>
              <a:defRPr sz="4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635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4082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177322"/>
            <a:ext cx="1552352" cy="282250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177322"/>
            <a:ext cx="4567064" cy="282250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0912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177323"/>
            <a:ext cx="6209407" cy="643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886612"/>
            <a:ext cx="6209407" cy="2113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3086950"/>
            <a:ext cx="1619845" cy="177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12AC2-E52B-A241-8E06-9907C0A98E00}" type="datetimeFigureOut">
              <a:rPr kumimoji="1" lang="zh-CN" altLang="en-US" smtClean="0"/>
              <a:t>2025/12/10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3086950"/>
            <a:ext cx="2429768" cy="177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3086950"/>
            <a:ext cx="1619845" cy="177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DB396-B904-CA49-BC28-88065F836E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20408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44033" rtl="0" eaLnBrk="1" latinLnBrk="0" hangingPunct="1">
        <a:lnSpc>
          <a:spcPct val="90000"/>
        </a:lnSpc>
        <a:spcBef>
          <a:spcPct val="0"/>
        </a:spcBef>
        <a:buNone/>
        <a:defRPr sz="21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008" indent="-111008" algn="l" defTabSz="444033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1pPr>
      <a:lvl2pPr marL="333024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1165" kern="1200">
          <a:solidFill>
            <a:schemeClr val="tx1"/>
          </a:solidFill>
          <a:latin typeface="+mn-lt"/>
          <a:ea typeface="+mn-ea"/>
          <a:cs typeface="+mn-cs"/>
        </a:defRPr>
      </a:lvl2pPr>
      <a:lvl3pPr marL="555041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971" kern="1200">
          <a:solidFill>
            <a:schemeClr val="tx1"/>
          </a:solidFill>
          <a:latin typeface="+mn-lt"/>
          <a:ea typeface="+mn-ea"/>
          <a:cs typeface="+mn-cs"/>
        </a:defRPr>
      </a:lvl3pPr>
      <a:lvl4pPr marL="777057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4pPr>
      <a:lvl5pPr marL="999073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5pPr>
      <a:lvl6pPr marL="1221090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6pPr>
      <a:lvl7pPr marL="1443106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7pPr>
      <a:lvl8pPr marL="1665122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8pPr>
      <a:lvl9pPr marL="1887139" indent="-111008" algn="l" defTabSz="444033" rtl="0" eaLnBrk="1" latinLnBrk="0" hangingPunct="1">
        <a:lnSpc>
          <a:spcPct val="90000"/>
        </a:lnSpc>
        <a:spcBef>
          <a:spcPts val="243"/>
        </a:spcBef>
        <a:buFont typeface="Arial" panose="020B0604020202020204" pitchFamily="34" charset="0"/>
        <a:buChar char="•"/>
        <a:defRPr sz="87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1pPr>
      <a:lvl2pPr marL="222016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2pPr>
      <a:lvl3pPr marL="444033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3pPr>
      <a:lvl4pPr marL="666049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4pPr>
      <a:lvl5pPr marL="888065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5pPr>
      <a:lvl6pPr marL="1110082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6pPr>
      <a:lvl7pPr marL="1332098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7pPr>
      <a:lvl8pPr marL="1554114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8pPr>
      <a:lvl9pPr marL="1776131" algn="l" defTabSz="444033" rtl="0" eaLnBrk="1" latinLnBrk="0" hangingPunct="1">
        <a:defRPr sz="87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3E817BB-37C6-745D-F37A-DA5A2FCBB2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4640" r="9382"/>
          <a:stretch>
            <a:fillRect/>
          </a:stretch>
        </p:blipFill>
        <p:spPr>
          <a:xfrm>
            <a:off x="1080142" y="422516"/>
            <a:ext cx="6049423" cy="272824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B056E23-9D41-592C-E0D9-EED1D102C825}"/>
              </a:ext>
            </a:extLst>
          </p:cNvPr>
          <p:cNvSpPr txBox="1"/>
          <p:nvPr/>
        </p:nvSpPr>
        <p:spPr>
          <a:xfrm>
            <a:off x="123239" y="496310"/>
            <a:ext cx="736099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96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Input image :</a:t>
            </a:r>
            <a:endParaRPr kumimoji="1" lang="zh-CN" altLang="en-US" sz="696" b="1" dirty="0">
              <a:solidFill>
                <a:schemeClr val="accent1"/>
              </a:solidFill>
              <a:latin typeface="Comic Sans MS" panose="030F0902030302020204" pitchFamily="66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8EE8DF-D34D-285D-6BC0-89A2806E8C66}"/>
              </a:ext>
            </a:extLst>
          </p:cNvPr>
          <p:cNvSpPr txBox="1"/>
          <p:nvPr/>
        </p:nvSpPr>
        <p:spPr>
          <a:xfrm>
            <a:off x="103755" y="1777452"/>
            <a:ext cx="59022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96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Question: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F15FD5-2E7D-B954-6FC4-D6FA539D76E9}"/>
              </a:ext>
            </a:extLst>
          </p:cNvPr>
          <p:cNvSpPr txBox="1"/>
          <p:nvPr/>
        </p:nvSpPr>
        <p:spPr>
          <a:xfrm>
            <a:off x="123239" y="2231637"/>
            <a:ext cx="845103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96" b="1" dirty="0">
                <a:solidFill>
                  <a:schemeClr val="accent1"/>
                </a:solidFill>
                <a:latin typeface="Comic Sans MS" panose="030F0902030302020204" pitchFamily="66" charset="0"/>
              </a:rPr>
              <a:t>LVLM response: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82ED77-18B2-FBB8-A029-181FC37FC149}"/>
              </a:ext>
            </a:extLst>
          </p:cNvPr>
          <p:cNvSpPr txBox="1"/>
          <p:nvPr/>
        </p:nvSpPr>
        <p:spPr>
          <a:xfrm>
            <a:off x="116326" y="1947453"/>
            <a:ext cx="1641796" cy="306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696" dirty="0">
                <a:latin typeface="Comic Sans MS" panose="030F0902030302020204" pitchFamily="66" charset="0"/>
              </a:rPr>
              <a:t>Please help me describe the image </a:t>
            </a:r>
          </a:p>
          <a:p>
            <a:r>
              <a:rPr lang="en" altLang="zh-CN" sz="696" dirty="0">
                <a:latin typeface="Comic Sans MS" panose="030F0902030302020204" pitchFamily="66" charset="0"/>
              </a:rPr>
              <a:t>in detail.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F707718-DD0B-36CC-32A9-4D14138F2471}"/>
              </a:ext>
            </a:extLst>
          </p:cNvPr>
          <p:cNvSpPr txBox="1"/>
          <p:nvPr/>
        </p:nvSpPr>
        <p:spPr>
          <a:xfrm>
            <a:off x="112778" y="2405130"/>
            <a:ext cx="1619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700" dirty="0">
                <a:latin typeface="Comic Sans MS" panose="030F0902030302020204" pitchFamily="66" charset="0"/>
              </a:rPr>
              <a:t>In the image, a group of three </a:t>
            </a:r>
          </a:p>
          <a:p>
            <a:r>
              <a:rPr lang="en" altLang="zh-CN" sz="700" dirty="0">
                <a:latin typeface="Comic Sans MS" panose="030F0902030302020204" pitchFamily="66" charset="0"/>
              </a:rPr>
              <a:t>elephants, two of which are young.</a:t>
            </a:r>
          </a:p>
        </p:txBody>
      </p:sp>
      <p:pic>
        <p:nvPicPr>
          <p:cNvPr id="15" name="图片 14" descr="大象和小象&#10;&#10;AI 生成的内容可能不正确。">
            <a:extLst>
              <a:ext uri="{FF2B5EF4-FFF2-40B4-BE49-F238E27FC236}">
                <a16:creationId xmlns:a16="http://schemas.microsoft.com/office/drawing/2014/main" id="{F6A24BD9-0D91-FBC2-65E9-BAFF93AE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66" y="744132"/>
            <a:ext cx="1397958" cy="9327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5668BF6-EA16-F7DC-A961-F61CA2A4B9FA}"/>
              </a:ext>
            </a:extLst>
          </p:cNvPr>
          <p:cNvSpPr txBox="1"/>
          <p:nvPr/>
        </p:nvSpPr>
        <p:spPr>
          <a:xfrm>
            <a:off x="1888929" y="2782858"/>
            <a:ext cx="28565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EFC443-CC01-8959-5DDF-EB871965FEC0}"/>
              </a:ext>
            </a:extLst>
          </p:cNvPr>
          <p:cNvSpPr txBox="1"/>
          <p:nvPr/>
        </p:nvSpPr>
        <p:spPr>
          <a:xfrm>
            <a:off x="2120900" y="2784305"/>
            <a:ext cx="308098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09BA3AF-2E8C-E1D6-7DC2-5883157CAE53}"/>
              </a:ext>
            </a:extLst>
          </p:cNvPr>
          <p:cNvSpPr txBox="1"/>
          <p:nvPr/>
        </p:nvSpPr>
        <p:spPr>
          <a:xfrm>
            <a:off x="2400260" y="2784305"/>
            <a:ext cx="314510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E1B6AA-D3AF-6595-6273-CF052E63D885}"/>
              </a:ext>
            </a:extLst>
          </p:cNvPr>
          <p:cNvSpPr txBox="1"/>
          <p:nvPr/>
        </p:nvSpPr>
        <p:spPr>
          <a:xfrm>
            <a:off x="2629836" y="2784305"/>
            <a:ext cx="37061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52D7E9-D646-AEEB-9DE5-1D8489C6760C}"/>
              </a:ext>
            </a:extLst>
          </p:cNvPr>
          <p:cNvSpPr txBox="1"/>
          <p:nvPr/>
        </p:nvSpPr>
        <p:spPr>
          <a:xfrm>
            <a:off x="2857292" y="2784305"/>
            <a:ext cx="45717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image'</a:t>
            </a:r>
            <a:endParaRPr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22CA0E-C0DE-6EB5-93A9-293B8A093FBC}"/>
              </a:ext>
            </a:extLst>
          </p:cNvPr>
          <p:cNvSpPr txBox="1"/>
          <p:nvPr/>
        </p:nvSpPr>
        <p:spPr>
          <a:xfrm>
            <a:off x="3205133" y="2774005"/>
            <a:ext cx="239168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08DA1D8-8DAD-377E-5645-89249473D448}"/>
              </a:ext>
            </a:extLst>
          </p:cNvPr>
          <p:cNvSpPr txBox="1"/>
          <p:nvPr/>
        </p:nvSpPr>
        <p:spPr>
          <a:xfrm>
            <a:off x="3442089" y="2775945"/>
            <a:ext cx="27924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a'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1B9CE8A-CB82-99B5-E79F-1163E1D5B902}"/>
              </a:ext>
            </a:extLst>
          </p:cNvPr>
          <p:cNvSpPr txBox="1"/>
          <p:nvPr/>
        </p:nvSpPr>
        <p:spPr>
          <a:xfrm>
            <a:off x="3646056" y="2775945"/>
            <a:ext cx="449162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81FE55-BF67-E9F1-6398-A45B97378A4D}"/>
              </a:ext>
            </a:extLst>
          </p:cNvPr>
          <p:cNvSpPr txBox="1"/>
          <p:nvPr/>
        </p:nvSpPr>
        <p:spPr>
          <a:xfrm>
            <a:off x="3982948" y="2775945"/>
            <a:ext cx="314510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BE6109-D94D-8059-851C-2ADC0D9A3E6A}"/>
              </a:ext>
            </a:extLst>
          </p:cNvPr>
          <p:cNvSpPr txBox="1"/>
          <p:nvPr/>
        </p:nvSpPr>
        <p:spPr>
          <a:xfrm>
            <a:off x="4186967" y="2782858"/>
            <a:ext cx="41870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5347965-043D-F8A1-131E-BFD22CA8DA20}"/>
              </a:ext>
            </a:extLst>
          </p:cNvPr>
          <p:cNvSpPr txBox="1"/>
          <p:nvPr/>
        </p:nvSpPr>
        <p:spPr>
          <a:xfrm>
            <a:off x="4470960" y="2782858"/>
            <a:ext cx="34336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D0F6EC1-A53A-C851-C179-BE20B1FFC84F}"/>
              </a:ext>
            </a:extLst>
          </p:cNvPr>
          <p:cNvSpPr txBox="1"/>
          <p:nvPr/>
        </p:nvSpPr>
        <p:spPr>
          <a:xfrm>
            <a:off x="4743692" y="2773281"/>
            <a:ext cx="306494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E6712FA-D956-E2D5-AEAB-E6D34B4B3612}"/>
              </a:ext>
            </a:extLst>
          </p:cNvPr>
          <p:cNvSpPr txBox="1"/>
          <p:nvPr/>
        </p:nvSpPr>
        <p:spPr>
          <a:xfrm>
            <a:off x="4966319" y="2782858"/>
            <a:ext cx="36099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ants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D2E5CF8-3D7F-A2C4-86FB-97681CB675FB}"/>
              </a:ext>
            </a:extLst>
          </p:cNvPr>
          <p:cNvSpPr txBox="1"/>
          <p:nvPr/>
        </p:nvSpPr>
        <p:spPr>
          <a:xfrm>
            <a:off x="5285814" y="2782389"/>
            <a:ext cx="239168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4E40903-BB3B-CC31-2413-B4DCA95981CD}"/>
              </a:ext>
            </a:extLst>
          </p:cNvPr>
          <p:cNvSpPr txBox="1"/>
          <p:nvPr/>
        </p:nvSpPr>
        <p:spPr>
          <a:xfrm>
            <a:off x="5484704" y="2780195"/>
            <a:ext cx="372218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AF81642-6DEC-E7D3-0E2C-EE4432618AFA}"/>
              </a:ext>
            </a:extLst>
          </p:cNvPr>
          <p:cNvSpPr txBox="1"/>
          <p:nvPr/>
        </p:nvSpPr>
        <p:spPr>
          <a:xfrm>
            <a:off x="5765313" y="2780195"/>
            <a:ext cx="314510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6CF3F8D-358F-CFF3-CBC9-9892C2BD016C}"/>
              </a:ext>
            </a:extLst>
          </p:cNvPr>
          <p:cNvSpPr txBox="1"/>
          <p:nvPr/>
        </p:nvSpPr>
        <p:spPr>
          <a:xfrm>
            <a:off x="5964259" y="2783027"/>
            <a:ext cx="45717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570C08B-9BE7-74FD-6D2C-0356877D6B72}"/>
              </a:ext>
            </a:extLst>
          </p:cNvPr>
          <p:cNvSpPr txBox="1"/>
          <p:nvPr/>
        </p:nvSpPr>
        <p:spPr>
          <a:xfrm>
            <a:off x="6295504" y="2786669"/>
            <a:ext cx="349776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C140BFB-79C0-404C-62BE-ADDF21A2F041}"/>
              </a:ext>
            </a:extLst>
          </p:cNvPr>
          <p:cNvSpPr txBox="1"/>
          <p:nvPr/>
        </p:nvSpPr>
        <p:spPr>
          <a:xfrm>
            <a:off x="6482684" y="2786670"/>
            <a:ext cx="463588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444F4B9-811F-028F-0EB5-6705FA251717}"/>
              </a:ext>
            </a:extLst>
          </p:cNvPr>
          <p:cNvSpPr txBox="1"/>
          <p:nvPr/>
        </p:nvSpPr>
        <p:spPr>
          <a:xfrm>
            <a:off x="6851287" y="2789333"/>
            <a:ext cx="239168" cy="199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kumimoji="1"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6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endParaRPr kumimoji="1" lang="zh-CN" altLang="en-US" sz="6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819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</TotalTime>
  <Words>86</Words>
  <Application>Microsoft Macintosh PowerPoint</Application>
  <PresentationFormat>自定义</PresentationFormat>
  <Paragraphs>27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Comic Sans MS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4</cp:revision>
  <dcterms:created xsi:type="dcterms:W3CDTF">2025-12-09T15:47:38Z</dcterms:created>
  <dcterms:modified xsi:type="dcterms:W3CDTF">2025-12-09T17:45:11Z</dcterms:modified>
</cp:coreProperties>
</file>