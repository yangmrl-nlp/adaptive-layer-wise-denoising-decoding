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2455863" cy="1630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35"/>
  </p:normalViewPr>
  <p:slideViewPr>
    <p:cSldViewPr snapToGrid="0">
      <p:cViewPr>
        <p:scale>
          <a:sx n="204" d="100"/>
          <a:sy n="204" d="100"/>
        </p:scale>
        <p:origin x="5096" y="2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190" y="266821"/>
            <a:ext cx="2087484" cy="567608"/>
          </a:xfrm>
        </p:spPr>
        <p:txBody>
          <a:bodyPr anchor="b"/>
          <a:lstStyle>
            <a:lvl1pPr algn="ctr">
              <a:defRPr sz="14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6983" y="856318"/>
            <a:ext cx="1841897" cy="393627"/>
          </a:xfrm>
        </p:spPr>
        <p:txBody>
          <a:bodyPr/>
          <a:lstStyle>
            <a:lvl1pPr marL="0" indent="0" algn="ctr">
              <a:buNone/>
              <a:defRPr sz="570"/>
            </a:lvl1pPr>
            <a:lvl2pPr marL="108676" indent="0" algn="ctr">
              <a:buNone/>
              <a:defRPr sz="475"/>
            </a:lvl2pPr>
            <a:lvl3pPr marL="217353" indent="0" algn="ctr">
              <a:buNone/>
              <a:defRPr sz="428"/>
            </a:lvl3pPr>
            <a:lvl4pPr marL="326029" indent="0" algn="ctr">
              <a:buNone/>
              <a:defRPr sz="380"/>
            </a:lvl4pPr>
            <a:lvl5pPr marL="434706" indent="0" algn="ctr">
              <a:buNone/>
              <a:defRPr sz="380"/>
            </a:lvl5pPr>
            <a:lvl6pPr marL="543382" indent="0" algn="ctr">
              <a:buNone/>
              <a:defRPr sz="380"/>
            </a:lvl6pPr>
            <a:lvl7pPr marL="652059" indent="0" algn="ctr">
              <a:buNone/>
              <a:defRPr sz="380"/>
            </a:lvl7pPr>
            <a:lvl8pPr marL="760735" indent="0" algn="ctr">
              <a:buNone/>
              <a:defRPr sz="380"/>
            </a:lvl8pPr>
            <a:lvl9pPr marL="869412" indent="0" algn="ctr">
              <a:buNone/>
              <a:defRPr sz="3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031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8888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62" y="406459"/>
            <a:ext cx="2118182" cy="678186"/>
          </a:xfrm>
        </p:spPr>
        <p:txBody>
          <a:bodyPr anchor="b"/>
          <a:lstStyle>
            <a:lvl1pPr>
              <a:defRPr sz="14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62" y="1091060"/>
            <a:ext cx="2118182" cy="356642"/>
          </a:xfrm>
        </p:spPr>
        <p:txBody>
          <a:bodyPr/>
          <a:lstStyle>
            <a:lvl1pPr marL="0" indent="0">
              <a:buNone/>
              <a:defRPr sz="570">
                <a:solidFill>
                  <a:schemeClr val="tx1">
                    <a:tint val="82000"/>
                  </a:schemeClr>
                </a:solidFill>
              </a:defRPr>
            </a:lvl1pPr>
            <a:lvl2pPr marL="108676" indent="0">
              <a:buNone/>
              <a:defRPr sz="475">
                <a:solidFill>
                  <a:schemeClr val="tx1">
                    <a:tint val="82000"/>
                  </a:schemeClr>
                </a:solidFill>
              </a:defRPr>
            </a:lvl2pPr>
            <a:lvl3pPr marL="217353" indent="0">
              <a:buNone/>
              <a:defRPr sz="428">
                <a:solidFill>
                  <a:schemeClr val="tx1">
                    <a:tint val="82000"/>
                  </a:schemeClr>
                </a:solidFill>
              </a:defRPr>
            </a:lvl3pPr>
            <a:lvl4pPr marL="326029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4pPr>
            <a:lvl5pPr marL="43470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5pPr>
            <a:lvl6pPr marL="543382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6pPr>
            <a:lvl7pPr marL="652059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7pPr>
            <a:lvl8pPr marL="760735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8pPr>
            <a:lvl9pPr marL="869412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853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8840" y="434009"/>
            <a:ext cx="1043742" cy="1034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43281" y="434009"/>
            <a:ext cx="1043742" cy="10344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00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0" y="86802"/>
            <a:ext cx="2118182" cy="31512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161" y="399665"/>
            <a:ext cx="1038945" cy="195870"/>
          </a:xfrm>
        </p:spPr>
        <p:txBody>
          <a:bodyPr anchor="b"/>
          <a:lstStyle>
            <a:lvl1pPr marL="0" indent="0">
              <a:buNone/>
              <a:defRPr sz="570" b="1"/>
            </a:lvl1pPr>
            <a:lvl2pPr marL="108676" indent="0">
              <a:buNone/>
              <a:defRPr sz="475" b="1"/>
            </a:lvl2pPr>
            <a:lvl3pPr marL="217353" indent="0">
              <a:buNone/>
              <a:defRPr sz="428" b="1"/>
            </a:lvl3pPr>
            <a:lvl4pPr marL="326029" indent="0">
              <a:buNone/>
              <a:defRPr sz="380" b="1"/>
            </a:lvl4pPr>
            <a:lvl5pPr marL="434706" indent="0">
              <a:buNone/>
              <a:defRPr sz="380" b="1"/>
            </a:lvl5pPr>
            <a:lvl6pPr marL="543382" indent="0">
              <a:buNone/>
              <a:defRPr sz="380" b="1"/>
            </a:lvl6pPr>
            <a:lvl7pPr marL="652059" indent="0">
              <a:buNone/>
              <a:defRPr sz="380" b="1"/>
            </a:lvl7pPr>
            <a:lvl8pPr marL="760735" indent="0">
              <a:buNone/>
              <a:defRPr sz="380" b="1"/>
            </a:lvl8pPr>
            <a:lvl9pPr marL="869412" indent="0">
              <a:buNone/>
              <a:defRPr sz="3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161" y="595535"/>
            <a:ext cx="1038945" cy="8759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43281" y="399665"/>
            <a:ext cx="1044062" cy="195870"/>
          </a:xfrm>
        </p:spPr>
        <p:txBody>
          <a:bodyPr anchor="b"/>
          <a:lstStyle>
            <a:lvl1pPr marL="0" indent="0">
              <a:buNone/>
              <a:defRPr sz="570" b="1"/>
            </a:lvl1pPr>
            <a:lvl2pPr marL="108676" indent="0">
              <a:buNone/>
              <a:defRPr sz="475" b="1"/>
            </a:lvl2pPr>
            <a:lvl3pPr marL="217353" indent="0">
              <a:buNone/>
              <a:defRPr sz="428" b="1"/>
            </a:lvl3pPr>
            <a:lvl4pPr marL="326029" indent="0">
              <a:buNone/>
              <a:defRPr sz="380" b="1"/>
            </a:lvl4pPr>
            <a:lvl5pPr marL="434706" indent="0">
              <a:buNone/>
              <a:defRPr sz="380" b="1"/>
            </a:lvl5pPr>
            <a:lvl6pPr marL="543382" indent="0">
              <a:buNone/>
              <a:defRPr sz="380" b="1"/>
            </a:lvl6pPr>
            <a:lvl7pPr marL="652059" indent="0">
              <a:buNone/>
              <a:defRPr sz="380" b="1"/>
            </a:lvl7pPr>
            <a:lvl8pPr marL="760735" indent="0">
              <a:buNone/>
              <a:defRPr sz="380" b="1"/>
            </a:lvl8pPr>
            <a:lvl9pPr marL="869412" indent="0">
              <a:buNone/>
              <a:defRPr sz="3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43281" y="595535"/>
            <a:ext cx="1044062" cy="8759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028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3164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0958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0" y="108691"/>
            <a:ext cx="792080" cy="380418"/>
          </a:xfrm>
        </p:spPr>
        <p:txBody>
          <a:bodyPr anchor="b"/>
          <a:lstStyle>
            <a:lvl1pPr>
              <a:defRPr sz="76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4061" y="234743"/>
            <a:ext cx="1243281" cy="1158614"/>
          </a:xfrm>
        </p:spPr>
        <p:txBody>
          <a:bodyPr/>
          <a:lstStyle>
            <a:lvl1pPr>
              <a:defRPr sz="761"/>
            </a:lvl1pPr>
            <a:lvl2pPr>
              <a:defRPr sz="666"/>
            </a:lvl2pPr>
            <a:lvl3pPr>
              <a:defRPr sz="570"/>
            </a:lvl3pPr>
            <a:lvl4pPr>
              <a:defRPr sz="475"/>
            </a:lvl4pPr>
            <a:lvl5pPr>
              <a:defRPr sz="475"/>
            </a:lvl5pPr>
            <a:lvl6pPr>
              <a:defRPr sz="475"/>
            </a:lvl6pPr>
            <a:lvl7pPr>
              <a:defRPr sz="475"/>
            </a:lvl7pPr>
            <a:lvl8pPr>
              <a:defRPr sz="475"/>
            </a:lvl8pPr>
            <a:lvl9pPr>
              <a:defRPr sz="47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160" y="489109"/>
            <a:ext cx="792080" cy="906135"/>
          </a:xfrm>
        </p:spPr>
        <p:txBody>
          <a:bodyPr/>
          <a:lstStyle>
            <a:lvl1pPr marL="0" indent="0">
              <a:buNone/>
              <a:defRPr sz="380"/>
            </a:lvl1pPr>
            <a:lvl2pPr marL="108676" indent="0">
              <a:buNone/>
              <a:defRPr sz="333"/>
            </a:lvl2pPr>
            <a:lvl3pPr marL="217353" indent="0">
              <a:buNone/>
              <a:defRPr sz="285"/>
            </a:lvl3pPr>
            <a:lvl4pPr marL="326029" indent="0">
              <a:buNone/>
              <a:defRPr sz="238"/>
            </a:lvl4pPr>
            <a:lvl5pPr marL="434706" indent="0">
              <a:buNone/>
              <a:defRPr sz="238"/>
            </a:lvl5pPr>
            <a:lvl6pPr marL="543382" indent="0">
              <a:buNone/>
              <a:defRPr sz="238"/>
            </a:lvl6pPr>
            <a:lvl7pPr marL="652059" indent="0">
              <a:buNone/>
              <a:defRPr sz="238"/>
            </a:lvl7pPr>
            <a:lvl8pPr marL="760735" indent="0">
              <a:buNone/>
              <a:defRPr sz="238"/>
            </a:lvl8pPr>
            <a:lvl9pPr marL="869412" indent="0">
              <a:buNone/>
              <a:defRPr sz="2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269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60" y="108691"/>
            <a:ext cx="792080" cy="380418"/>
          </a:xfrm>
        </p:spPr>
        <p:txBody>
          <a:bodyPr anchor="b"/>
          <a:lstStyle>
            <a:lvl1pPr>
              <a:defRPr sz="76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4061" y="234743"/>
            <a:ext cx="1243281" cy="1158614"/>
          </a:xfrm>
        </p:spPr>
        <p:txBody>
          <a:bodyPr anchor="t"/>
          <a:lstStyle>
            <a:lvl1pPr marL="0" indent="0">
              <a:buNone/>
              <a:defRPr sz="761"/>
            </a:lvl1pPr>
            <a:lvl2pPr marL="108676" indent="0">
              <a:buNone/>
              <a:defRPr sz="666"/>
            </a:lvl2pPr>
            <a:lvl3pPr marL="217353" indent="0">
              <a:buNone/>
              <a:defRPr sz="570"/>
            </a:lvl3pPr>
            <a:lvl4pPr marL="326029" indent="0">
              <a:buNone/>
              <a:defRPr sz="475"/>
            </a:lvl4pPr>
            <a:lvl5pPr marL="434706" indent="0">
              <a:buNone/>
              <a:defRPr sz="475"/>
            </a:lvl5pPr>
            <a:lvl6pPr marL="543382" indent="0">
              <a:buNone/>
              <a:defRPr sz="475"/>
            </a:lvl6pPr>
            <a:lvl7pPr marL="652059" indent="0">
              <a:buNone/>
              <a:defRPr sz="475"/>
            </a:lvl7pPr>
            <a:lvl8pPr marL="760735" indent="0">
              <a:buNone/>
              <a:defRPr sz="475"/>
            </a:lvl8pPr>
            <a:lvl9pPr marL="869412" indent="0">
              <a:buNone/>
              <a:defRPr sz="47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160" y="489109"/>
            <a:ext cx="792080" cy="906135"/>
          </a:xfrm>
        </p:spPr>
        <p:txBody>
          <a:bodyPr/>
          <a:lstStyle>
            <a:lvl1pPr marL="0" indent="0">
              <a:buNone/>
              <a:defRPr sz="380"/>
            </a:lvl1pPr>
            <a:lvl2pPr marL="108676" indent="0">
              <a:buNone/>
              <a:defRPr sz="333"/>
            </a:lvl2pPr>
            <a:lvl3pPr marL="217353" indent="0">
              <a:buNone/>
              <a:defRPr sz="285"/>
            </a:lvl3pPr>
            <a:lvl4pPr marL="326029" indent="0">
              <a:buNone/>
              <a:defRPr sz="238"/>
            </a:lvl4pPr>
            <a:lvl5pPr marL="434706" indent="0">
              <a:buNone/>
              <a:defRPr sz="238"/>
            </a:lvl5pPr>
            <a:lvl6pPr marL="543382" indent="0">
              <a:buNone/>
              <a:defRPr sz="238"/>
            </a:lvl6pPr>
            <a:lvl7pPr marL="652059" indent="0">
              <a:buNone/>
              <a:defRPr sz="238"/>
            </a:lvl7pPr>
            <a:lvl8pPr marL="760735" indent="0">
              <a:buNone/>
              <a:defRPr sz="238"/>
            </a:lvl8pPr>
            <a:lvl9pPr marL="869412" indent="0">
              <a:buNone/>
              <a:defRPr sz="23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853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598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57477" y="86802"/>
            <a:ext cx="529545" cy="13816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8841" y="86802"/>
            <a:ext cx="1557938" cy="13816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2148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8841" y="86802"/>
            <a:ext cx="2118182" cy="315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841" y="434009"/>
            <a:ext cx="2118182" cy="103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8841" y="1511105"/>
            <a:ext cx="552569" cy="86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69EFE-2021-1D40-8E95-C7A02D418544}" type="datetimeFigureOut">
              <a:rPr kumimoji="1" lang="zh-CN" altLang="en-US" smtClean="0"/>
              <a:t>2025/12/9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3505" y="1511105"/>
            <a:ext cx="828854" cy="86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34453" y="1511105"/>
            <a:ext cx="552569" cy="868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4CDFEE-CF76-D24F-BF6E-8460E7861BB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340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7353" rtl="0" eaLnBrk="1" latinLnBrk="0" hangingPunct="1">
        <a:lnSpc>
          <a:spcPct val="90000"/>
        </a:lnSpc>
        <a:spcBef>
          <a:spcPct val="0"/>
        </a:spcBef>
        <a:buNone/>
        <a:defRPr sz="10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338" indent="-54338" algn="l" defTabSz="217353" rtl="0" eaLnBrk="1" latinLnBrk="0" hangingPunct="1">
        <a:lnSpc>
          <a:spcPct val="90000"/>
        </a:lnSpc>
        <a:spcBef>
          <a:spcPts val="238"/>
        </a:spcBef>
        <a:buFont typeface="Arial" panose="020B0604020202020204" pitchFamily="34" charset="0"/>
        <a:buChar char="•"/>
        <a:defRPr sz="666" kern="1200">
          <a:solidFill>
            <a:schemeClr val="tx1"/>
          </a:solidFill>
          <a:latin typeface="+mn-lt"/>
          <a:ea typeface="+mn-ea"/>
          <a:cs typeface="+mn-cs"/>
        </a:defRPr>
      </a:lvl1pPr>
      <a:lvl2pPr marL="163015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570" kern="1200">
          <a:solidFill>
            <a:schemeClr val="tx1"/>
          </a:solidFill>
          <a:latin typeface="+mn-lt"/>
          <a:ea typeface="+mn-ea"/>
          <a:cs typeface="+mn-cs"/>
        </a:defRPr>
      </a:lvl2pPr>
      <a:lvl3pPr marL="271691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75" kern="1200">
          <a:solidFill>
            <a:schemeClr val="tx1"/>
          </a:solidFill>
          <a:latin typeface="+mn-lt"/>
          <a:ea typeface="+mn-ea"/>
          <a:cs typeface="+mn-cs"/>
        </a:defRPr>
      </a:lvl3pPr>
      <a:lvl4pPr marL="380368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4pPr>
      <a:lvl5pPr marL="489044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5pPr>
      <a:lvl6pPr marL="597720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6pPr>
      <a:lvl7pPr marL="706397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7pPr>
      <a:lvl8pPr marL="815073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8pPr>
      <a:lvl9pPr marL="923750" indent="-54338" algn="l" defTabSz="217353" rtl="0" eaLnBrk="1" latinLnBrk="0" hangingPunct="1">
        <a:lnSpc>
          <a:spcPct val="90000"/>
        </a:lnSpc>
        <a:spcBef>
          <a:spcPts val="119"/>
        </a:spcBef>
        <a:buFont typeface="Arial" panose="020B0604020202020204" pitchFamily="34" charset="0"/>
        <a:buChar char="•"/>
        <a:defRPr sz="4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1pPr>
      <a:lvl2pPr marL="108676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2pPr>
      <a:lvl3pPr marL="217353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3pPr>
      <a:lvl4pPr marL="326029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4pPr>
      <a:lvl5pPr marL="434706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5pPr>
      <a:lvl6pPr marL="543382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6pPr>
      <a:lvl7pPr marL="652059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7pPr>
      <a:lvl8pPr marL="760735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8pPr>
      <a:lvl9pPr marL="869412" algn="l" defTabSz="217353" rtl="0" eaLnBrk="1" latinLnBrk="0" hangingPunct="1">
        <a:defRPr sz="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9E58638-E625-DC7A-1E28-ECA165CEF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" y="0"/>
            <a:ext cx="2455101" cy="163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7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Macintosh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user</dc:creator>
  <cp:lastModifiedBy>office user</cp:lastModifiedBy>
  <cp:revision>1</cp:revision>
  <dcterms:created xsi:type="dcterms:W3CDTF">2025-12-09T05:34:42Z</dcterms:created>
  <dcterms:modified xsi:type="dcterms:W3CDTF">2025-12-09T05:38:28Z</dcterms:modified>
</cp:coreProperties>
</file>