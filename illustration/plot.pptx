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2160588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400" d="100"/>
          <a:sy n="400" d="100"/>
        </p:scale>
        <p:origin x="1456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E0C2CE-084C-DD4F-8A77-CC50ED82E7B9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12838" y="1143000"/>
            <a:ext cx="4632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709E7-6908-C64C-8125-C3E843A6B6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91003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709E7-6908-C64C-8125-C3E843A6B6C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3587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44" y="235644"/>
            <a:ext cx="1836500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74" y="756262"/>
            <a:ext cx="1620441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A8A9-2223-0248-857B-2A6EAF4B161C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E10E6-9220-3842-B1C9-3CCB7A84B0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651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A8A9-2223-0248-857B-2A6EAF4B161C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E10E6-9220-3842-B1C9-3CCB7A84B0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7815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415" y="358966"/>
            <a:ext cx="1863507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415" y="963575"/>
            <a:ext cx="1863507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A8A9-2223-0248-857B-2A6EAF4B161C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E10E6-9220-3842-B1C9-3CCB7A84B0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8962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40" y="383297"/>
            <a:ext cx="918250" cy="9135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798" y="383297"/>
            <a:ext cx="918250" cy="9135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A8A9-2223-0248-857B-2A6EAF4B161C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E10E6-9220-3842-B1C9-3CCB7A84B0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6560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22" y="76660"/>
            <a:ext cx="1863507" cy="27830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822" y="352967"/>
            <a:ext cx="914030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822" y="525950"/>
            <a:ext cx="914030" cy="7735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798" y="352967"/>
            <a:ext cx="918531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798" y="525950"/>
            <a:ext cx="918531" cy="7735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A8A9-2223-0248-857B-2A6EAF4B161C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E10E6-9220-3842-B1C9-3CCB7A84B0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5278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A8A9-2223-0248-857B-2A6EAF4B161C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E10E6-9220-3842-B1C9-3CCB7A84B0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5704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A8A9-2223-0248-857B-2A6EAF4B161C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E10E6-9220-3842-B1C9-3CCB7A84B0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193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22" y="95991"/>
            <a:ext cx="69684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531" y="207314"/>
            <a:ext cx="1093798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822" y="431959"/>
            <a:ext cx="69684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A8A9-2223-0248-857B-2A6EAF4B161C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E10E6-9220-3842-B1C9-3CCB7A84B0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925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22" y="95991"/>
            <a:ext cx="69684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531" y="207314"/>
            <a:ext cx="1093798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822" y="431959"/>
            <a:ext cx="69684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A8A9-2223-0248-857B-2A6EAF4B161C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E10E6-9220-3842-B1C9-3CCB7A84B0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0093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A8A9-2223-0248-857B-2A6EAF4B161C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E10E6-9220-3842-B1C9-3CCB7A84B0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2567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6171" y="76660"/>
            <a:ext cx="465877" cy="12202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41" y="76660"/>
            <a:ext cx="1370623" cy="12202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A8A9-2223-0248-857B-2A6EAF4B161C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E10E6-9220-3842-B1C9-3CCB7A84B0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0297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41" y="76660"/>
            <a:ext cx="1863507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41" y="383297"/>
            <a:ext cx="1863507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41" y="1334540"/>
            <a:ext cx="486132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E3A8A9-2223-0248-857B-2A6EAF4B161C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695" y="1334540"/>
            <a:ext cx="72919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915" y="1334540"/>
            <a:ext cx="486132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0E10E6-9220-3842-B1C9-3CCB7A84B0C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43196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92024" rtl="0" eaLnBrk="1" latinLnBrk="0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FE49CC30-4D96-C37E-DBA6-4387049CC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59795" cy="1439863"/>
          </a:xfrm>
          <a:prstGeom prst="rect">
            <a:avLst/>
          </a:prstGeom>
        </p:spPr>
      </p:pic>
      <p:pic>
        <p:nvPicPr>
          <p:cNvPr id="27" name="图片 26" descr="图形用户界面&#10;&#10;AI 生成的内容可能不正确。">
            <a:extLst>
              <a:ext uri="{FF2B5EF4-FFF2-40B4-BE49-F238E27FC236}">
                <a16:creationId xmlns:a16="http://schemas.microsoft.com/office/drawing/2014/main" id="{C6C9D97E-D624-F02B-57B8-546BE0EE3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16" y="380869"/>
            <a:ext cx="48419" cy="48419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8EEFE1CE-6BB9-A4D3-102E-F3DA6BB9CDFD}"/>
              </a:ext>
            </a:extLst>
          </p:cNvPr>
          <p:cNvSpPr txBox="1"/>
          <p:nvPr/>
        </p:nvSpPr>
        <p:spPr>
          <a:xfrm>
            <a:off x="389966" y="334793"/>
            <a:ext cx="235962" cy="1384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00" dirty="0">
                <a:latin typeface="Comic Sans MS" panose="030F0902030302020204" pitchFamily="66" charset="0"/>
              </a:rPr>
              <a:t>No</a:t>
            </a:r>
            <a:endParaRPr kumimoji="1" lang="zh-CN" altLang="en-US" sz="300" dirty="0">
              <a:latin typeface="Comic Sans MS" panose="030F0902030302020204" pitchFamily="66" charset="0"/>
            </a:endParaRP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7E1A326D-EE20-F184-612E-A77BF317BC04}"/>
              </a:ext>
            </a:extLst>
          </p:cNvPr>
          <p:cNvSpPr/>
          <p:nvPr/>
        </p:nvSpPr>
        <p:spPr>
          <a:xfrm>
            <a:off x="450986" y="369304"/>
            <a:ext cx="162000" cy="69479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CEBD7B02-C28A-3B17-1984-5D0F640E07D4}"/>
              </a:ext>
            </a:extLst>
          </p:cNvPr>
          <p:cNvCxnSpPr>
            <a:cxnSpLocks/>
          </p:cNvCxnSpPr>
          <p:nvPr/>
        </p:nvCxnSpPr>
        <p:spPr>
          <a:xfrm flipV="1">
            <a:off x="380441" y="441542"/>
            <a:ext cx="121209" cy="103846"/>
          </a:xfrm>
          <a:prstGeom prst="straightConnector1">
            <a:avLst/>
          </a:prstGeom>
          <a:ln w="6350">
            <a:headEnd w="sm" len="sm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2" name="图片 31" descr="图示&#10;&#10;AI 生成的内容可能不正确。">
            <a:extLst>
              <a:ext uri="{FF2B5EF4-FFF2-40B4-BE49-F238E27FC236}">
                <a16:creationId xmlns:a16="http://schemas.microsoft.com/office/drawing/2014/main" id="{4E880640-453E-AF6C-B653-4C35B74F72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02" y="1001481"/>
            <a:ext cx="48419" cy="48419"/>
          </a:xfrm>
          <a:prstGeom prst="rect">
            <a:avLst/>
          </a:prstGeom>
        </p:spPr>
      </p:pic>
      <p:sp>
        <p:nvSpPr>
          <p:cNvPr id="33" name="圆角矩形 32">
            <a:extLst>
              <a:ext uri="{FF2B5EF4-FFF2-40B4-BE49-F238E27FC236}">
                <a16:creationId xmlns:a16="http://schemas.microsoft.com/office/drawing/2014/main" id="{00D2101B-3930-E40F-7CC3-4055A8EDF972}"/>
              </a:ext>
            </a:extLst>
          </p:cNvPr>
          <p:cNvSpPr/>
          <p:nvPr/>
        </p:nvSpPr>
        <p:spPr>
          <a:xfrm>
            <a:off x="545837" y="993328"/>
            <a:ext cx="162000" cy="64729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BF65BE4-1198-7DE8-A075-3D17808B5419}"/>
              </a:ext>
            </a:extLst>
          </p:cNvPr>
          <p:cNvSpPr txBox="1"/>
          <p:nvPr/>
        </p:nvSpPr>
        <p:spPr>
          <a:xfrm>
            <a:off x="475570" y="956442"/>
            <a:ext cx="248786" cy="1384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00" dirty="0">
                <a:latin typeface="Comic Sans MS" panose="030F0902030302020204" pitchFamily="66" charset="0"/>
              </a:rPr>
              <a:t>Yes</a:t>
            </a:r>
            <a:endParaRPr kumimoji="1" lang="zh-CN" altLang="en-US" sz="300" dirty="0">
              <a:latin typeface="Comic Sans MS" panose="030F0902030302020204" pitchFamily="66" charset="0"/>
            </a:endParaRPr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C7A55F46-7830-F1F1-204A-8FD58EAEEF50}"/>
              </a:ext>
            </a:extLst>
          </p:cNvPr>
          <p:cNvCxnSpPr>
            <a:cxnSpLocks/>
          </p:cNvCxnSpPr>
          <p:nvPr/>
        </p:nvCxnSpPr>
        <p:spPr>
          <a:xfrm>
            <a:off x="462799" y="938214"/>
            <a:ext cx="80081" cy="70818"/>
          </a:xfrm>
          <a:prstGeom prst="straightConnector1">
            <a:avLst/>
          </a:prstGeom>
          <a:ln w="6350">
            <a:headEnd w="sm" len="sm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521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3</Words>
  <Application>Microsoft Macintosh PowerPoint</Application>
  <PresentationFormat>自定义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Aptos</vt:lpstr>
      <vt:lpstr>Aptos Display</vt:lpstr>
      <vt:lpstr>Arial</vt:lpstr>
      <vt:lpstr>Comic Sans MS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user</dc:creator>
  <cp:lastModifiedBy>office user</cp:lastModifiedBy>
  <cp:revision>6</cp:revision>
  <dcterms:created xsi:type="dcterms:W3CDTF">2025-11-26T07:27:32Z</dcterms:created>
  <dcterms:modified xsi:type="dcterms:W3CDTF">2025-11-26T07:58:17Z</dcterms:modified>
</cp:coreProperties>
</file>