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7199313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>
      <p:cViewPr varScale="1">
        <p:scale>
          <a:sx n="202" d="100"/>
          <a:sy n="202" d="100"/>
        </p:scale>
        <p:origin x="17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471289"/>
            <a:ext cx="5399485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512522"/>
            <a:ext cx="5399485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284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853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717932"/>
            <a:ext cx="6209407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1927150"/>
            <a:ext cx="6209407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461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766593"/>
            <a:ext cx="3059708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766593"/>
            <a:ext cx="3059708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86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53319"/>
            <a:ext cx="6209407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705933"/>
            <a:ext cx="3045647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051899"/>
            <a:ext cx="3045647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705933"/>
            <a:ext cx="306064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051899"/>
            <a:ext cx="3060646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939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077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1804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91982"/>
            <a:ext cx="2321966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414627"/>
            <a:ext cx="3644652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863918"/>
            <a:ext cx="2321966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213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91982"/>
            <a:ext cx="2321966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414627"/>
            <a:ext cx="3644652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863918"/>
            <a:ext cx="2321966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90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350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153319"/>
            <a:ext cx="1552352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53319"/>
            <a:ext cx="4567064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086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53319"/>
            <a:ext cx="6209407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766593"/>
            <a:ext cx="6209407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2669079"/>
            <a:ext cx="16198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25982-6C8D-6944-9F64-5C0C73DDCDEE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2669079"/>
            <a:ext cx="242976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2669079"/>
            <a:ext cx="16198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953D3-18A6-1B4C-9571-5D7C7BA7F6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4392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8E9380-EEF0-5C13-7AE9-CB3D9FD3F7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9" r="8342"/>
          <a:stretch>
            <a:fillRect/>
          </a:stretch>
        </p:blipFill>
        <p:spPr>
          <a:xfrm>
            <a:off x="1161416" y="83582"/>
            <a:ext cx="5724960" cy="2631649"/>
          </a:xfrm>
          <a:prstGeom prst="rect">
            <a:avLst/>
          </a:prstGeom>
        </p:spPr>
      </p:pic>
      <p:pic>
        <p:nvPicPr>
          <p:cNvPr id="7" name="图片 6" descr="图片包含 桌子, 食物, 建筑, 女人&#10;&#10;AI 生成的内容可能不正确。">
            <a:extLst>
              <a:ext uri="{FF2B5EF4-FFF2-40B4-BE49-F238E27FC236}">
                <a16:creationId xmlns:a16="http://schemas.microsoft.com/office/drawing/2014/main" id="{E28824D4-CAEF-24E9-DD80-FC902EDD2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5" y="525013"/>
            <a:ext cx="1191025" cy="6693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4B99D1C-FB67-F8B5-0749-1E3AB8EAA6F0}"/>
              </a:ext>
            </a:extLst>
          </p:cNvPr>
          <p:cNvSpPr txBox="1"/>
          <p:nvPr/>
        </p:nvSpPr>
        <p:spPr>
          <a:xfrm>
            <a:off x="101279" y="270885"/>
            <a:ext cx="736099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96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Input image :</a:t>
            </a:r>
            <a:endParaRPr kumimoji="1" lang="zh-CN" altLang="en-US" sz="696" b="1" dirty="0">
              <a:solidFill>
                <a:schemeClr val="accent1"/>
              </a:solidFill>
              <a:latin typeface="Comic Sans MS" panose="030F0902030302020204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8FAB4D-6371-6B22-5069-58B3CED9F571}"/>
              </a:ext>
            </a:extLst>
          </p:cNvPr>
          <p:cNvSpPr txBox="1"/>
          <p:nvPr/>
        </p:nvSpPr>
        <p:spPr>
          <a:xfrm>
            <a:off x="88707" y="1249083"/>
            <a:ext cx="59022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96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Question: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1F8F00-03D8-C6D7-5126-5EF7A7EBE700}"/>
              </a:ext>
            </a:extLst>
          </p:cNvPr>
          <p:cNvSpPr txBox="1"/>
          <p:nvPr/>
        </p:nvSpPr>
        <p:spPr>
          <a:xfrm>
            <a:off x="101278" y="1419084"/>
            <a:ext cx="1641796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96" dirty="0">
                <a:latin typeface="Comic Sans MS" panose="030F0902030302020204" pitchFamily="66" charset="0"/>
              </a:rPr>
              <a:t>Please help me describe the image </a:t>
            </a:r>
          </a:p>
          <a:p>
            <a:r>
              <a:rPr lang="en" altLang="zh-CN" sz="696" dirty="0">
                <a:latin typeface="Comic Sans MS" panose="030F0902030302020204" pitchFamily="66" charset="0"/>
              </a:rPr>
              <a:t>in detail.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0F1125-D4F5-3D4C-C5E7-E2FB4B6EAC10}"/>
              </a:ext>
            </a:extLst>
          </p:cNvPr>
          <p:cNvSpPr txBox="1"/>
          <p:nvPr/>
        </p:nvSpPr>
        <p:spPr>
          <a:xfrm>
            <a:off x="88708" y="1707262"/>
            <a:ext cx="845103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96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LVLM response: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B79B4E-3818-FE49-AFAF-7E610790930F}"/>
              </a:ext>
            </a:extLst>
          </p:cNvPr>
          <p:cNvSpPr txBox="1"/>
          <p:nvPr/>
        </p:nvSpPr>
        <p:spPr>
          <a:xfrm>
            <a:off x="88707" y="1874826"/>
            <a:ext cx="1564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700" dirty="0">
                <a:latin typeface="Comic Sans MS" panose="030F0902030302020204" pitchFamily="66" charset="0"/>
              </a:rPr>
              <a:t>The image depicts a room with a </a:t>
            </a:r>
          </a:p>
          <a:p>
            <a:r>
              <a:rPr lang="en" altLang="zh-CN" sz="700" dirty="0">
                <a:latin typeface="Comic Sans MS" panose="030F0902030302020204" pitchFamily="66" charset="0"/>
              </a:rPr>
              <a:t>collection of various items.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B2EA80-EA6A-1BF0-E90D-CEAC87B4D22A}"/>
              </a:ext>
            </a:extLst>
          </p:cNvPr>
          <p:cNvSpPr txBox="1"/>
          <p:nvPr/>
        </p:nvSpPr>
        <p:spPr>
          <a:xfrm>
            <a:off x="2310656" y="2374602"/>
            <a:ext cx="35618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F110422-63D2-E0D7-E670-85C310ACC959}"/>
              </a:ext>
            </a:extLst>
          </p:cNvPr>
          <p:cNvSpPr txBox="1"/>
          <p:nvPr/>
        </p:nvSpPr>
        <p:spPr>
          <a:xfrm>
            <a:off x="2630913" y="2376049"/>
            <a:ext cx="47160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EC6FBE-71A3-7048-FFCE-49C03EB35B2C}"/>
              </a:ext>
            </a:extLst>
          </p:cNvPr>
          <p:cNvSpPr txBox="1"/>
          <p:nvPr/>
        </p:nvSpPr>
        <p:spPr>
          <a:xfrm>
            <a:off x="3009650" y="2379328"/>
            <a:ext cx="492443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depicts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ADEEF1-7F19-2F29-529E-36D1177E1819}"/>
              </a:ext>
            </a:extLst>
          </p:cNvPr>
          <p:cNvSpPr txBox="1"/>
          <p:nvPr/>
        </p:nvSpPr>
        <p:spPr>
          <a:xfrm>
            <a:off x="3470778" y="2374051"/>
            <a:ext cx="27924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C00476-F59A-FE3B-A73C-262764A9DC25}"/>
              </a:ext>
            </a:extLst>
          </p:cNvPr>
          <p:cNvSpPr txBox="1"/>
          <p:nvPr/>
        </p:nvSpPr>
        <p:spPr>
          <a:xfrm>
            <a:off x="3796278" y="2374051"/>
            <a:ext cx="405880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'room'</a:t>
            </a:r>
            <a:endParaRPr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3DA5D9-F922-D524-C624-5CE8A7566CCF}"/>
              </a:ext>
            </a:extLst>
          </p:cNvPr>
          <p:cNvSpPr txBox="1"/>
          <p:nvPr/>
        </p:nvSpPr>
        <p:spPr>
          <a:xfrm>
            <a:off x="4190460" y="2367689"/>
            <a:ext cx="373820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B1953D0-BBE3-4897-2CF4-17D880550DFD}"/>
              </a:ext>
            </a:extLst>
          </p:cNvPr>
          <p:cNvSpPr txBox="1"/>
          <p:nvPr/>
        </p:nvSpPr>
        <p:spPr>
          <a:xfrm>
            <a:off x="5630029" y="2367689"/>
            <a:ext cx="481222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'various'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DEE077-E0C4-0F82-E6F9-1206ECC0E387}"/>
              </a:ext>
            </a:extLst>
          </p:cNvPr>
          <p:cNvSpPr txBox="1"/>
          <p:nvPr/>
        </p:nvSpPr>
        <p:spPr>
          <a:xfrm>
            <a:off x="4837965" y="2370031"/>
            <a:ext cx="56778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59D094-2C23-3E5E-7B52-486D537B97D9}"/>
              </a:ext>
            </a:extLst>
          </p:cNvPr>
          <p:cNvSpPr txBox="1"/>
          <p:nvPr/>
        </p:nvSpPr>
        <p:spPr>
          <a:xfrm>
            <a:off x="5357521" y="2365025"/>
            <a:ext cx="314510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96707A-3204-1604-0D38-09D38FE94149}"/>
              </a:ext>
            </a:extLst>
          </p:cNvPr>
          <p:cNvSpPr txBox="1"/>
          <p:nvPr/>
        </p:nvSpPr>
        <p:spPr>
          <a:xfrm>
            <a:off x="4622167" y="2365025"/>
            <a:ext cx="256802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B6DCF8B-8E0E-31C2-F5F8-42A3D4E59A59}"/>
              </a:ext>
            </a:extLst>
          </p:cNvPr>
          <p:cNvSpPr txBox="1"/>
          <p:nvPr/>
        </p:nvSpPr>
        <p:spPr>
          <a:xfrm>
            <a:off x="6039736" y="2374051"/>
            <a:ext cx="40908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5D4F9C-2486-0062-3D91-2019DB7351F5}"/>
              </a:ext>
            </a:extLst>
          </p:cNvPr>
          <p:cNvSpPr txBox="1"/>
          <p:nvPr/>
        </p:nvSpPr>
        <p:spPr>
          <a:xfrm>
            <a:off x="1967851" y="2374051"/>
            <a:ext cx="28565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511EF45-744A-BC3A-F2AF-BA90BCB1D758}"/>
              </a:ext>
            </a:extLst>
          </p:cNvPr>
          <p:cNvSpPr txBox="1"/>
          <p:nvPr/>
        </p:nvSpPr>
        <p:spPr>
          <a:xfrm>
            <a:off x="6483940" y="2364507"/>
            <a:ext cx="23916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85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58</Words>
  <Application>Microsoft Macintosh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Comic Sans MS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6</cp:revision>
  <dcterms:created xsi:type="dcterms:W3CDTF">2025-12-09T16:18:12Z</dcterms:created>
  <dcterms:modified xsi:type="dcterms:W3CDTF">2025-12-09T16:32:49Z</dcterms:modified>
</cp:coreProperties>
</file>