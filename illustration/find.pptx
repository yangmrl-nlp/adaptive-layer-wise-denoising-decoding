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719931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686"/>
  </p:normalViewPr>
  <p:slideViewPr>
    <p:cSldViewPr snapToGrid="0">
      <p:cViewPr varScale="1">
        <p:scale>
          <a:sx n="211" d="100"/>
          <a:sy n="211" d="100"/>
        </p:scale>
        <p:origin x="21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471289"/>
            <a:ext cx="5399485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512522"/>
            <a:ext cx="5399485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025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970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717932"/>
            <a:ext cx="6209407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1927150"/>
            <a:ext cx="6209407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46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766593"/>
            <a:ext cx="3059708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766593"/>
            <a:ext cx="3059708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9861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53319"/>
            <a:ext cx="6209407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705933"/>
            <a:ext cx="304564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051899"/>
            <a:ext cx="3045647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705933"/>
            <a:ext cx="306064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051899"/>
            <a:ext cx="3060646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500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229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806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982"/>
            <a:ext cx="2321966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414627"/>
            <a:ext cx="3644652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863918"/>
            <a:ext cx="2321966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995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982"/>
            <a:ext cx="2321966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414627"/>
            <a:ext cx="3644652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863918"/>
            <a:ext cx="2321966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474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77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53319"/>
            <a:ext cx="1552352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53319"/>
            <a:ext cx="4567064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088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53319"/>
            <a:ext cx="6209407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766593"/>
            <a:ext cx="6209407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2669079"/>
            <a:ext cx="16198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9EBC5-1E92-6446-9F77-CCEB048D4699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2669079"/>
            <a:ext cx="242976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2669079"/>
            <a:ext cx="16198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90DF6-528E-BE48-A061-1DC75F0E2F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380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9C8A82-57E1-4606-27B8-60A1DB136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925" y="0"/>
            <a:ext cx="5759450" cy="28797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06A06A7-EDC6-2E71-AF20-CAC26C8DCFE2}"/>
              </a:ext>
            </a:extLst>
          </p:cNvPr>
          <p:cNvSpPr txBox="1"/>
          <p:nvPr/>
        </p:nvSpPr>
        <p:spPr>
          <a:xfrm>
            <a:off x="389683" y="82178"/>
            <a:ext cx="8114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Input Image:</a:t>
            </a:r>
            <a:endParaRPr kumimoji="1" lang="zh-CN" altLang="en-US" sz="800" b="1" dirty="0">
              <a:solidFill>
                <a:schemeClr val="accent1"/>
              </a:solidFill>
              <a:latin typeface="Comic Sans MS" panose="030F0902030302020204" pitchFamily="66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F11A35-B713-EEC8-35E9-6EDD0A0EA5EC}"/>
              </a:ext>
            </a:extLst>
          </p:cNvPr>
          <p:cNvSpPr txBox="1"/>
          <p:nvPr/>
        </p:nvSpPr>
        <p:spPr>
          <a:xfrm>
            <a:off x="386107" y="1220622"/>
            <a:ext cx="6799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Question:</a:t>
            </a:r>
            <a:r>
              <a:rPr kumimoji="1" lang="en-US" altLang="zh-CN" sz="800" dirty="0">
                <a:solidFill>
                  <a:schemeClr val="accent1"/>
                </a:solidFill>
                <a:latin typeface="Comic Sans MS" panose="030F0902030302020204" pitchFamily="66" charset="0"/>
              </a:rPr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854F0B-9E1C-1395-E85C-DE4F43D2F7DF}"/>
              </a:ext>
            </a:extLst>
          </p:cNvPr>
          <p:cNvSpPr txBox="1"/>
          <p:nvPr/>
        </p:nvSpPr>
        <p:spPr>
          <a:xfrm>
            <a:off x="389998" y="1763794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Answer:</a:t>
            </a:r>
            <a:r>
              <a:rPr kumimoji="1" lang="en-US" altLang="zh-CN" sz="800" dirty="0">
                <a:solidFill>
                  <a:schemeClr val="accent1"/>
                </a:solidFill>
                <a:latin typeface="Comic Sans MS" panose="030F0902030302020204" pitchFamily="66" charset="0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96C91C-5041-981D-5C11-4C0F1AAA92B6}"/>
              </a:ext>
            </a:extLst>
          </p:cNvPr>
          <p:cNvSpPr txBox="1"/>
          <p:nvPr/>
        </p:nvSpPr>
        <p:spPr>
          <a:xfrm>
            <a:off x="402968" y="2119488"/>
            <a:ext cx="9717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LVLM response: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DC4CAD-F38A-913F-13E2-EBBEF5F509FF}"/>
              </a:ext>
            </a:extLst>
          </p:cNvPr>
          <p:cNvSpPr txBox="1"/>
          <p:nvPr/>
        </p:nvSpPr>
        <p:spPr>
          <a:xfrm>
            <a:off x="395736" y="2268154"/>
            <a:ext cx="1292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solidFill>
                  <a:srgbClr val="C00000"/>
                </a:solidFill>
                <a:latin typeface="Comic Sans MS" panose="030F0902030302020204" pitchFamily="66" charset="0"/>
              </a:rPr>
              <a:t>Yes, there is a chair in </a:t>
            </a:r>
          </a:p>
          <a:p>
            <a:r>
              <a:rPr kumimoji="1" lang="en-US" altLang="zh-CN" sz="800" dirty="0">
                <a:solidFill>
                  <a:srgbClr val="C00000"/>
                </a:solidFill>
                <a:latin typeface="Comic Sans MS" panose="030F0902030302020204" pitchFamily="66" charset="0"/>
              </a:rPr>
              <a:t>the image.</a:t>
            </a:r>
            <a:endParaRPr kumimoji="1" lang="zh-CN" altLang="en-US" sz="800" dirty="0">
              <a:latin typeface="Comic Sans MS" panose="030F0902030302020204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49DE8C-7FA2-C741-5CCC-30C0627755AC}"/>
              </a:ext>
            </a:extLst>
          </p:cNvPr>
          <p:cNvSpPr txBox="1"/>
          <p:nvPr/>
        </p:nvSpPr>
        <p:spPr>
          <a:xfrm>
            <a:off x="393986" y="1898426"/>
            <a:ext cx="3465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No.</a:t>
            </a:r>
            <a:endParaRPr kumimoji="1"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8B5F34-3648-3D8C-C8E4-16D2835F66A1}"/>
              </a:ext>
            </a:extLst>
          </p:cNvPr>
          <p:cNvSpPr txBox="1"/>
          <p:nvPr/>
        </p:nvSpPr>
        <p:spPr>
          <a:xfrm>
            <a:off x="389998" y="1395660"/>
            <a:ext cx="1091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omic Sans MS" panose="030F0902030302020204" pitchFamily="66" charset="0"/>
              </a:rPr>
              <a:t>Is there a chair in </a:t>
            </a:r>
          </a:p>
          <a:p>
            <a:r>
              <a:rPr kumimoji="1" lang="en-US" altLang="zh-CN" sz="800" dirty="0">
                <a:latin typeface="Comic Sans MS" panose="030F0902030302020204" pitchFamily="66" charset="0"/>
              </a:rPr>
              <a:t>the image?</a:t>
            </a:r>
            <a:endParaRPr kumimoji="1" lang="zh-CN" altLang="en-US" sz="800" dirty="0">
              <a:latin typeface="Comic Sans MS" panose="030F0902030302020204" pitchFamily="66" charset="0"/>
            </a:endParaRPr>
          </a:p>
        </p:txBody>
      </p:sp>
      <p:pic>
        <p:nvPicPr>
          <p:cNvPr id="11" name="图片 10" descr="桌子上的电脑&#10;&#10;AI 生成的内容可能不正确。">
            <a:extLst>
              <a:ext uri="{FF2B5EF4-FFF2-40B4-BE49-F238E27FC236}">
                <a16:creationId xmlns:a16="http://schemas.microsoft.com/office/drawing/2014/main" id="{0A8CB8AB-6D94-53A7-6B8E-700A1595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84" y="297622"/>
            <a:ext cx="1144099" cy="85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30</Words>
  <Application>Microsoft Macintosh PowerPoint</Application>
  <PresentationFormat>自定义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16</cp:revision>
  <dcterms:created xsi:type="dcterms:W3CDTF">2025-12-08T05:47:37Z</dcterms:created>
  <dcterms:modified xsi:type="dcterms:W3CDTF">2025-12-09T08:11:19Z</dcterms:modified>
</cp:coreProperties>
</file>