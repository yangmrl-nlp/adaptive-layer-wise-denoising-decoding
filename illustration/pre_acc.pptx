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6" r:id="rId2"/>
  </p:sldIdLst>
  <p:sldSz cx="3240088" cy="233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79"/>
    <p:restoredTop sz="94681"/>
  </p:normalViewPr>
  <p:slideViewPr>
    <p:cSldViewPr snapToGrid="0">
      <p:cViewPr varScale="1">
        <p:scale>
          <a:sx n="340" d="100"/>
          <a:sy n="340" d="100"/>
        </p:scale>
        <p:origin x="8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660DBE-69BB-5347-A5C9-D1ED6D64F45D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92225" y="1143000"/>
            <a:ext cx="42735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ABAFA6-FEED-0441-A35B-10381E00FF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9271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67828" rtl="0" eaLnBrk="1" latinLnBrk="0" hangingPunct="1">
      <a:defRPr sz="351" kern="1200">
        <a:solidFill>
          <a:schemeClr val="tx1"/>
        </a:solidFill>
        <a:latin typeface="+mn-lt"/>
        <a:ea typeface="+mn-ea"/>
        <a:cs typeface="+mn-cs"/>
      </a:defRPr>
    </a:lvl1pPr>
    <a:lvl2pPr marL="133914" algn="l" defTabSz="267828" rtl="0" eaLnBrk="1" latinLnBrk="0" hangingPunct="1">
      <a:defRPr sz="351" kern="1200">
        <a:solidFill>
          <a:schemeClr val="tx1"/>
        </a:solidFill>
        <a:latin typeface="+mn-lt"/>
        <a:ea typeface="+mn-ea"/>
        <a:cs typeface="+mn-cs"/>
      </a:defRPr>
    </a:lvl2pPr>
    <a:lvl3pPr marL="267828" algn="l" defTabSz="267828" rtl="0" eaLnBrk="1" latinLnBrk="0" hangingPunct="1">
      <a:defRPr sz="351" kern="1200">
        <a:solidFill>
          <a:schemeClr val="tx1"/>
        </a:solidFill>
        <a:latin typeface="+mn-lt"/>
        <a:ea typeface="+mn-ea"/>
        <a:cs typeface="+mn-cs"/>
      </a:defRPr>
    </a:lvl3pPr>
    <a:lvl4pPr marL="401742" algn="l" defTabSz="267828" rtl="0" eaLnBrk="1" latinLnBrk="0" hangingPunct="1">
      <a:defRPr sz="351" kern="1200">
        <a:solidFill>
          <a:schemeClr val="tx1"/>
        </a:solidFill>
        <a:latin typeface="+mn-lt"/>
        <a:ea typeface="+mn-ea"/>
        <a:cs typeface="+mn-cs"/>
      </a:defRPr>
    </a:lvl4pPr>
    <a:lvl5pPr marL="535656" algn="l" defTabSz="267828" rtl="0" eaLnBrk="1" latinLnBrk="0" hangingPunct="1">
      <a:defRPr sz="351" kern="1200">
        <a:solidFill>
          <a:schemeClr val="tx1"/>
        </a:solidFill>
        <a:latin typeface="+mn-lt"/>
        <a:ea typeface="+mn-ea"/>
        <a:cs typeface="+mn-cs"/>
      </a:defRPr>
    </a:lvl5pPr>
    <a:lvl6pPr marL="669569" algn="l" defTabSz="267828" rtl="0" eaLnBrk="1" latinLnBrk="0" hangingPunct="1">
      <a:defRPr sz="351" kern="1200">
        <a:solidFill>
          <a:schemeClr val="tx1"/>
        </a:solidFill>
        <a:latin typeface="+mn-lt"/>
        <a:ea typeface="+mn-ea"/>
        <a:cs typeface="+mn-cs"/>
      </a:defRPr>
    </a:lvl6pPr>
    <a:lvl7pPr marL="803483" algn="l" defTabSz="267828" rtl="0" eaLnBrk="1" latinLnBrk="0" hangingPunct="1">
      <a:defRPr sz="351" kern="1200">
        <a:solidFill>
          <a:schemeClr val="tx1"/>
        </a:solidFill>
        <a:latin typeface="+mn-lt"/>
        <a:ea typeface="+mn-ea"/>
        <a:cs typeface="+mn-cs"/>
      </a:defRPr>
    </a:lvl7pPr>
    <a:lvl8pPr marL="937397" algn="l" defTabSz="267828" rtl="0" eaLnBrk="1" latinLnBrk="0" hangingPunct="1">
      <a:defRPr sz="351" kern="1200">
        <a:solidFill>
          <a:schemeClr val="tx1"/>
        </a:solidFill>
        <a:latin typeface="+mn-lt"/>
        <a:ea typeface="+mn-ea"/>
        <a:cs typeface="+mn-cs"/>
      </a:defRPr>
    </a:lvl8pPr>
    <a:lvl9pPr marL="1071311" algn="l" defTabSz="267828" rtl="0" eaLnBrk="1" latinLnBrk="0" hangingPunct="1">
      <a:defRPr sz="35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BAFA6-FEED-0441-A35B-10381E00FFE1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97381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007" y="382954"/>
            <a:ext cx="2754075" cy="814658"/>
          </a:xfrm>
        </p:spPr>
        <p:txBody>
          <a:bodyPr anchor="b"/>
          <a:lstStyle>
            <a:lvl1pPr algn="ctr">
              <a:defRPr sz="204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011" y="1229029"/>
            <a:ext cx="2430066" cy="564952"/>
          </a:xfrm>
        </p:spPr>
        <p:txBody>
          <a:bodyPr/>
          <a:lstStyle>
            <a:lvl1pPr marL="0" indent="0" algn="ctr">
              <a:buNone/>
              <a:defRPr sz="819"/>
            </a:lvl1pPr>
            <a:lvl2pPr marL="155997" indent="0" algn="ctr">
              <a:buNone/>
              <a:defRPr sz="682"/>
            </a:lvl2pPr>
            <a:lvl3pPr marL="311993" indent="0" algn="ctr">
              <a:buNone/>
              <a:defRPr sz="614"/>
            </a:lvl3pPr>
            <a:lvl4pPr marL="467990" indent="0" algn="ctr">
              <a:buNone/>
              <a:defRPr sz="546"/>
            </a:lvl4pPr>
            <a:lvl5pPr marL="623987" indent="0" algn="ctr">
              <a:buNone/>
              <a:defRPr sz="546"/>
            </a:lvl5pPr>
            <a:lvl6pPr marL="779983" indent="0" algn="ctr">
              <a:buNone/>
              <a:defRPr sz="546"/>
            </a:lvl6pPr>
            <a:lvl7pPr marL="935980" indent="0" algn="ctr">
              <a:buNone/>
              <a:defRPr sz="546"/>
            </a:lvl7pPr>
            <a:lvl8pPr marL="1091976" indent="0" algn="ctr">
              <a:buNone/>
              <a:defRPr sz="546"/>
            </a:lvl8pPr>
            <a:lvl9pPr marL="1247973" indent="0" algn="ctr">
              <a:buNone/>
              <a:defRPr sz="546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8F42-F825-E44C-840E-79146ABE5CB0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ED3DE-DFC3-2540-ACD5-41C08BBD48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0212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8F42-F825-E44C-840E-79146ABE5CB0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ED3DE-DFC3-2540-ACD5-41C08BBD48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791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69" y="583370"/>
            <a:ext cx="2794576" cy="973364"/>
          </a:xfrm>
        </p:spPr>
        <p:txBody>
          <a:bodyPr anchor="b"/>
          <a:lstStyle>
            <a:lvl1pPr>
              <a:defRPr sz="204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69" y="1565942"/>
            <a:ext cx="2794576" cy="511869"/>
          </a:xfrm>
        </p:spPr>
        <p:txBody>
          <a:bodyPr/>
          <a:lstStyle>
            <a:lvl1pPr marL="0" indent="0">
              <a:buNone/>
              <a:defRPr sz="819">
                <a:solidFill>
                  <a:schemeClr val="tx1">
                    <a:tint val="82000"/>
                  </a:schemeClr>
                </a:solidFill>
              </a:defRPr>
            </a:lvl1pPr>
            <a:lvl2pPr marL="155997" indent="0">
              <a:buNone/>
              <a:defRPr sz="682">
                <a:solidFill>
                  <a:schemeClr val="tx1">
                    <a:tint val="82000"/>
                  </a:schemeClr>
                </a:solidFill>
              </a:defRPr>
            </a:lvl2pPr>
            <a:lvl3pPr marL="311993" indent="0">
              <a:buNone/>
              <a:defRPr sz="614">
                <a:solidFill>
                  <a:schemeClr val="tx1">
                    <a:tint val="82000"/>
                  </a:schemeClr>
                </a:solidFill>
              </a:defRPr>
            </a:lvl3pPr>
            <a:lvl4pPr marL="467990" indent="0">
              <a:buNone/>
              <a:defRPr sz="546">
                <a:solidFill>
                  <a:schemeClr val="tx1">
                    <a:tint val="82000"/>
                  </a:schemeClr>
                </a:solidFill>
              </a:defRPr>
            </a:lvl4pPr>
            <a:lvl5pPr marL="623987" indent="0">
              <a:buNone/>
              <a:defRPr sz="546">
                <a:solidFill>
                  <a:schemeClr val="tx1">
                    <a:tint val="82000"/>
                  </a:schemeClr>
                </a:solidFill>
              </a:defRPr>
            </a:lvl5pPr>
            <a:lvl6pPr marL="779983" indent="0">
              <a:buNone/>
              <a:defRPr sz="546">
                <a:solidFill>
                  <a:schemeClr val="tx1">
                    <a:tint val="82000"/>
                  </a:schemeClr>
                </a:solidFill>
              </a:defRPr>
            </a:lvl6pPr>
            <a:lvl7pPr marL="935980" indent="0">
              <a:buNone/>
              <a:defRPr sz="546">
                <a:solidFill>
                  <a:schemeClr val="tx1">
                    <a:tint val="82000"/>
                  </a:schemeClr>
                </a:solidFill>
              </a:defRPr>
            </a:lvl7pPr>
            <a:lvl8pPr marL="1091976" indent="0">
              <a:buNone/>
              <a:defRPr sz="546">
                <a:solidFill>
                  <a:schemeClr val="tx1">
                    <a:tint val="82000"/>
                  </a:schemeClr>
                </a:solidFill>
              </a:defRPr>
            </a:lvl8pPr>
            <a:lvl9pPr marL="1247973" indent="0">
              <a:buNone/>
              <a:defRPr sz="54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8F42-F825-E44C-840E-79146ABE5CB0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ED3DE-DFC3-2540-ACD5-41C08BBD48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6992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56" y="622910"/>
            <a:ext cx="1377037" cy="14846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95" y="622910"/>
            <a:ext cx="1377037" cy="14846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8F42-F825-E44C-840E-79146ABE5CB0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ED3DE-DFC3-2540-ACD5-41C08BBD48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3218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124583"/>
            <a:ext cx="2794576" cy="4522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78" y="573619"/>
            <a:ext cx="1370709" cy="281122"/>
          </a:xfrm>
        </p:spPr>
        <p:txBody>
          <a:bodyPr anchor="b"/>
          <a:lstStyle>
            <a:lvl1pPr marL="0" indent="0">
              <a:buNone/>
              <a:defRPr sz="819" b="1"/>
            </a:lvl1pPr>
            <a:lvl2pPr marL="155997" indent="0">
              <a:buNone/>
              <a:defRPr sz="682" b="1"/>
            </a:lvl2pPr>
            <a:lvl3pPr marL="311993" indent="0">
              <a:buNone/>
              <a:defRPr sz="614" b="1"/>
            </a:lvl3pPr>
            <a:lvl4pPr marL="467990" indent="0">
              <a:buNone/>
              <a:defRPr sz="546" b="1"/>
            </a:lvl4pPr>
            <a:lvl5pPr marL="623987" indent="0">
              <a:buNone/>
              <a:defRPr sz="546" b="1"/>
            </a:lvl5pPr>
            <a:lvl6pPr marL="779983" indent="0">
              <a:buNone/>
              <a:defRPr sz="546" b="1"/>
            </a:lvl6pPr>
            <a:lvl7pPr marL="935980" indent="0">
              <a:buNone/>
              <a:defRPr sz="546" b="1"/>
            </a:lvl7pPr>
            <a:lvl8pPr marL="1091976" indent="0">
              <a:buNone/>
              <a:defRPr sz="546" b="1"/>
            </a:lvl8pPr>
            <a:lvl9pPr marL="1247973" indent="0">
              <a:buNone/>
              <a:defRPr sz="54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78" y="854741"/>
            <a:ext cx="1370709" cy="125719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95" y="573619"/>
            <a:ext cx="1377459" cy="281122"/>
          </a:xfrm>
        </p:spPr>
        <p:txBody>
          <a:bodyPr anchor="b"/>
          <a:lstStyle>
            <a:lvl1pPr marL="0" indent="0">
              <a:buNone/>
              <a:defRPr sz="819" b="1"/>
            </a:lvl1pPr>
            <a:lvl2pPr marL="155997" indent="0">
              <a:buNone/>
              <a:defRPr sz="682" b="1"/>
            </a:lvl2pPr>
            <a:lvl3pPr marL="311993" indent="0">
              <a:buNone/>
              <a:defRPr sz="614" b="1"/>
            </a:lvl3pPr>
            <a:lvl4pPr marL="467990" indent="0">
              <a:buNone/>
              <a:defRPr sz="546" b="1"/>
            </a:lvl4pPr>
            <a:lvl5pPr marL="623987" indent="0">
              <a:buNone/>
              <a:defRPr sz="546" b="1"/>
            </a:lvl5pPr>
            <a:lvl6pPr marL="779983" indent="0">
              <a:buNone/>
              <a:defRPr sz="546" b="1"/>
            </a:lvl6pPr>
            <a:lvl7pPr marL="935980" indent="0">
              <a:buNone/>
              <a:defRPr sz="546" b="1"/>
            </a:lvl7pPr>
            <a:lvl8pPr marL="1091976" indent="0">
              <a:buNone/>
              <a:defRPr sz="546" b="1"/>
            </a:lvl8pPr>
            <a:lvl9pPr marL="1247973" indent="0">
              <a:buNone/>
              <a:defRPr sz="54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95" y="854741"/>
            <a:ext cx="1377459" cy="125719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8F42-F825-E44C-840E-79146ABE5CB0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ED3DE-DFC3-2540-ACD5-41C08BBD48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05587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8F42-F825-E44C-840E-79146ABE5CB0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ED3DE-DFC3-2540-ACD5-41C08BBD48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87614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8F42-F825-E44C-840E-79146ABE5CB0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ED3DE-DFC3-2540-ACD5-41C08BBD48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0747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155998"/>
            <a:ext cx="1045013" cy="545994"/>
          </a:xfrm>
        </p:spPr>
        <p:txBody>
          <a:bodyPr anchor="b"/>
          <a:lstStyle>
            <a:lvl1pPr>
              <a:defRPr sz="109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459" y="336914"/>
            <a:ext cx="1640295" cy="1662899"/>
          </a:xfrm>
        </p:spPr>
        <p:txBody>
          <a:bodyPr/>
          <a:lstStyle>
            <a:lvl1pPr>
              <a:defRPr sz="1092"/>
            </a:lvl1pPr>
            <a:lvl2pPr>
              <a:defRPr sz="955"/>
            </a:lvl2pPr>
            <a:lvl3pPr>
              <a:defRPr sz="819"/>
            </a:lvl3pPr>
            <a:lvl4pPr>
              <a:defRPr sz="682"/>
            </a:lvl4pPr>
            <a:lvl5pPr>
              <a:defRPr sz="682"/>
            </a:lvl5pPr>
            <a:lvl6pPr>
              <a:defRPr sz="682"/>
            </a:lvl6pPr>
            <a:lvl7pPr>
              <a:defRPr sz="682"/>
            </a:lvl7pPr>
            <a:lvl8pPr>
              <a:defRPr sz="682"/>
            </a:lvl8pPr>
            <a:lvl9pPr>
              <a:defRPr sz="68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701992"/>
            <a:ext cx="1045013" cy="1300528"/>
          </a:xfrm>
        </p:spPr>
        <p:txBody>
          <a:bodyPr/>
          <a:lstStyle>
            <a:lvl1pPr marL="0" indent="0">
              <a:buNone/>
              <a:defRPr sz="546"/>
            </a:lvl1pPr>
            <a:lvl2pPr marL="155997" indent="0">
              <a:buNone/>
              <a:defRPr sz="478"/>
            </a:lvl2pPr>
            <a:lvl3pPr marL="311993" indent="0">
              <a:buNone/>
              <a:defRPr sz="409"/>
            </a:lvl3pPr>
            <a:lvl4pPr marL="467990" indent="0">
              <a:buNone/>
              <a:defRPr sz="341"/>
            </a:lvl4pPr>
            <a:lvl5pPr marL="623987" indent="0">
              <a:buNone/>
              <a:defRPr sz="341"/>
            </a:lvl5pPr>
            <a:lvl6pPr marL="779983" indent="0">
              <a:buNone/>
              <a:defRPr sz="341"/>
            </a:lvl6pPr>
            <a:lvl7pPr marL="935980" indent="0">
              <a:buNone/>
              <a:defRPr sz="341"/>
            </a:lvl7pPr>
            <a:lvl8pPr marL="1091976" indent="0">
              <a:buNone/>
              <a:defRPr sz="341"/>
            </a:lvl8pPr>
            <a:lvl9pPr marL="1247973" indent="0">
              <a:buNone/>
              <a:defRPr sz="34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8F42-F825-E44C-840E-79146ABE5CB0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ED3DE-DFC3-2540-ACD5-41C08BBD48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3076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155998"/>
            <a:ext cx="1045013" cy="545994"/>
          </a:xfrm>
        </p:spPr>
        <p:txBody>
          <a:bodyPr anchor="b"/>
          <a:lstStyle>
            <a:lvl1pPr>
              <a:defRPr sz="109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459" y="336914"/>
            <a:ext cx="1640295" cy="1662899"/>
          </a:xfrm>
        </p:spPr>
        <p:txBody>
          <a:bodyPr anchor="t"/>
          <a:lstStyle>
            <a:lvl1pPr marL="0" indent="0">
              <a:buNone/>
              <a:defRPr sz="1092"/>
            </a:lvl1pPr>
            <a:lvl2pPr marL="155997" indent="0">
              <a:buNone/>
              <a:defRPr sz="955"/>
            </a:lvl2pPr>
            <a:lvl3pPr marL="311993" indent="0">
              <a:buNone/>
              <a:defRPr sz="819"/>
            </a:lvl3pPr>
            <a:lvl4pPr marL="467990" indent="0">
              <a:buNone/>
              <a:defRPr sz="682"/>
            </a:lvl4pPr>
            <a:lvl5pPr marL="623987" indent="0">
              <a:buNone/>
              <a:defRPr sz="682"/>
            </a:lvl5pPr>
            <a:lvl6pPr marL="779983" indent="0">
              <a:buNone/>
              <a:defRPr sz="682"/>
            </a:lvl6pPr>
            <a:lvl7pPr marL="935980" indent="0">
              <a:buNone/>
              <a:defRPr sz="682"/>
            </a:lvl7pPr>
            <a:lvl8pPr marL="1091976" indent="0">
              <a:buNone/>
              <a:defRPr sz="682"/>
            </a:lvl8pPr>
            <a:lvl9pPr marL="1247973" indent="0">
              <a:buNone/>
              <a:defRPr sz="682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701992"/>
            <a:ext cx="1045013" cy="1300528"/>
          </a:xfrm>
        </p:spPr>
        <p:txBody>
          <a:bodyPr/>
          <a:lstStyle>
            <a:lvl1pPr marL="0" indent="0">
              <a:buNone/>
              <a:defRPr sz="546"/>
            </a:lvl1pPr>
            <a:lvl2pPr marL="155997" indent="0">
              <a:buNone/>
              <a:defRPr sz="478"/>
            </a:lvl2pPr>
            <a:lvl3pPr marL="311993" indent="0">
              <a:buNone/>
              <a:defRPr sz="409"/>
            </a:lvl3pPr>
            <a:lvl4pPr marL="467990" indent="0">
              <a:buNone/>
              <a:defRPr sz="341"/>
            </a:lvl4pPr>
            <a:lvl5pPr marL="623987" indent="0">
              <a:buNone/>
              <a:defRPr sz="341"/>
            </a:lvl5pPr>
            <a:lvl6pPr marL="779983" indent="0">
              <a:buNone/>
              <a:defRPr sz="341"/>
            </a:lvl6pPr>
            <a:lvl7pPr marL="935980" indent="0">
              <a:buNone/>
              <a:defRPr sz="341"/>
            </a:lvl7pPr>
            <a:lvl8pPr marL="1091976" indent="0">
              <a:buNone/>
              <a:defRPr sz="341"/>
            </a:lvl8pPr>
            <a:lvl9pPr marL="1247973" indent="0">
              <a:buNone/>
              <a:defRPr sz="34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8F42-F825-E44C-840E-79146ABE5CB0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ED3DE-DFC3-2540-ACD5-41C08BBD48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74922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8F42-F825-E44C-840E-79146ABE5CB0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ED3DE-DFC3-2540-ACD5-41C08BBD48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5654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688" y="124582"/>
            <a:ext cx="698644" cy="19830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56" y="124582"/>
            <a:ext cx="2055431" cy="198302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8F42-F825-E44C-840E-79146ABE5CB0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ED3DE-DFC3-2540-ACD5-41C08BBD48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9451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56" y="124583"/>
            <a:ext cx="2794576" cy="4522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56" y="622910"/>
            <a:ext cx="2794576" cy="1484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56" y="2168811"/>
            <a:ext cx="729020" cy="1245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B8F42-F825-E44C-840E-79146ABE5CB0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79" y="2168811"/>
            <a:ext cx="1093530" cy="1245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312" y="2168811"/>
            <a:ext cx="729020" cy="1245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CED3DE-DFC3-2540-ACD5-41C08BBD48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9365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11993" rtl="0" eaLnBrk="1" latinLnBrk="0" hangingPunct="1">
        <a:lnSpc>
          <a:spcPct val="90000"/>
        </a:lnSpc>
        <a:spcBef>
          <a:spcPct val="0"/>
        </a:spcBef>
        <a:buNone/>
        <a:defRPr sz="15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7998" indent="-77998" algn="l" defTabSz="311993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955" kern="1200">
          <a:solidFill>
            <a:schemeClr val="tx1"/>
          </a:solidFill>
          <a:latin typeface="+mn-lt"/>
          <a:ea typeface="+mn-ea"/>
          <a:cs typeface="+mn-cs"/>
        </a:defRPr>
      </a:lvl1pPr>
      <a:lvl2pPr marL="233995" indent="-77998" algn="l" defTabSz="311993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819" kern="1200">
          <a:solidFill>
            <a:schemeClr val="tx1"/>
          </a:solidFill>
          <a:latin typeface="+mn-lt"/>
          <a:ea typeface="+mn-ea"/>
          <a:cs typeface="+mn-cs"/>
        </a:defRPr>
      </a:lvl2pPr>
      <a:lvl3pPr marL="389992" indent="-77998" algn="l" defTabSz="311993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82" kern="1200">
          <a:solidFill>
            <a:schemeClr val="tx1"/>
          </a:solidFill>
          <a:latin typeface="+mn-lt"/>
          <a:ea typeface="+mn-ea"/>
          <a:cs typeface="+mn-cs"/>
        </a:defRPr>
      </a:lvl3pPr>
      <a:lvl4pPr marL="545988" indent="-77998" algn="l" defTabSz="311993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4" kern="1200">
          <a:solidFill>
            <a:schemeClr val="tx1"/>
          </a:solidFill>
          <a:latin typeface="+mn-lt"/>
          <a:ea typeface="+mn-ea"/>
          <a:cs typeface="+mn-cs"/>
        </a:defRPr>
      </a:lvl4pPr>
      <a:lvl5pPr marL="701985" indent="-77998" algn="l" defTabSz="311993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4" kern="1200">
          <a:solidFill>
            <a:schemeClr val="tx1"/>
          </a:solidFill>
          <a:latin typeface="+mn-lt"/>
          <a:ea typeface="+mn-ea"/>
          <a:cs typeface="+mn-cs"/>
        </a:defRPr>
      </a:lvl5pPr>
      <a:lvl6pPr marL="857982" indent="-77998" algn="l" defTabSz="311993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4" kern="1200">
          <a:solidFill>
            <a:schemeClr val="tx1"/>
          </a:solidFill>
          <a:latin typeface="+mn-lt"/>
          <a:ea typeface="+mn-ea"/>
          <a:cs typeface="+mn-cs"/>
        </a:defRPr>
      </a:lvl6pPr>
      <a:lvl7pPr marL="1013978" indent="-77998" algn="l" defTabSz="311993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4" kern="1200">
          <a:solidFill>
            <a:schemeClr val="tx1"/>
          </a:solidFill>
          <a:latin typeface="+mn-lt"/>
          <a:ea typeface="+mn-ea"/>
          <a:cs typeface="+mn-cs"/>
        </a:defRPr>
      </a:lvl7pPr>
      <a:lvl8pPr marL="1169975" indent="-77998" algn="l" defTabSz="311993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4" kern="1200">
          <a:solidFill>
            <a:schemeClr val="tx1"/>
          </a:solidFill>
          <a:latin typeface="+mn-lt"/>
          <a:ea typeface="+mn-ea"/>
          <a:cs typeface="+mn-cs"/>
        </a:defRPr>
      </a:lvl8pPr>
      <a:lvl9pPr marL="1325971" indent="-77998" algn="l" defTabSz="311993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1993" rtl="0" eaLnBrk="1" latinLnBrk="0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1pPr>
      <a:lvl2pPr marL="155997" algn="l" defTabSz="311993" rtl="0" eaLnBrk="1" latinLnBrk="0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2pPr>
      <a:lvl3pPr marL="311993" algn="l" defTabSz="311993" rtl="0" eaLnBrk="1" latinLnBrk="0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3pPr>
      <a:lvl4pPr marL="467990" algn="l" defTabSz="311993" rtl="0" eaLnBrk="1" latinLnBrk="0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4pPr>
      <a:lvl5pPr marL="623987" algn="l" defTabSz="311993" rtl="0" eaLnBrk="1" latinLnBrk="0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5pPr>
      <a:lvl6pPr marL="779983" algn="l" defTabSz="311993" rtl="0" eaLnBrk="1" latinLnBrk="0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6pPr>
      <a:lvl7pPr marL="935980" algn="l" defTabSz="311993" rtl="0" eaLnBrk="1" latinLnBrk="0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7pPr>
      <a:lvl8pPr marL="1091976" algn="l" defTabSz="311993" rtl="0" eaLnBrk="1" latinLnBrk="0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8pPr>
      <a:lvl9pPr marL="1247973" algn="l" defTabSz="311993" rtl="0" eaLnBrk="1" latinLnBrk="0" hangingPunct="1">
        <a:defRPr sz="6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B885532-7CD5-3F03-8C60-8E5572E9D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0"/>
            <a:ext cx="3240088" cy="2330235"/>
          </a:xfrm>
          <a:prstGeom prst="rect">
            <a:avLst/>
          </a:prstGeom>
        </p:spPr>
      </p:pic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FB003E83-6143-0833-8509-657980E199F5}"/>
              </a:ext>
            </a:extLst>
          </p:cNvPr>
          <p:cNvCxnSpPr>
            <a:cxnSpLocks/>
          </p:cNvCxnSpPr>
          <p:nvPr/>
        </p:nvCxnSpPr>
        <p:spPr>
          <a:xfrm>
            <a:off x="475222" y="1977036"/>
            <a:ext cx="158112" cy="0"/>
          </a:xfrm>
          <a:prstGeom prst="line">
            <a:avLst/>
          </a:prstGeom>
          <a:ln w="952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D9735418-4F98-11D2-BB7D-E91A115ED9EA}"/>
              </a:ext>
            </a:extLst>
          </p:cNvPr>
          <p:cNvSpPr txBox="1"/>
          <p:nvPr/>
        </p:nvSpPr>
        <p:spPr>
          <a:xfrm>
            <a:off x="390561" y="1835727"/>
            <a:ext cx="33214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" dirty="0">
                <a:solidFill>
                  <a:srgbClr val="C00000"/>
                </a:solidFill>
                <a:latin typeface="Comic Sans MS" panose="030F0902030302020204" pitchFamily="66" charset="0"/>
              </a:rPr>
              <a:t>3.17</a:t>
            </a:r>
            <a:endParaRPr kumimoji="1" lang="zh-CN" altLang="en-US" sz="600" dirty="0">
              <a:solidFill>
                <a:srgbClr val="C0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8B7B47A-BBE3-F8C8-E3A5-A1023E814D77}"/>
              </a:ext>
            </a:extLst>
          </p:cNvPr>
          <p:cNvSpPr txBox="1"/>
          <p:nvPr/>
        </p:nvSpPr>
        <p:spPr>
          <a:xfrm>
            <a:off x="570750" y="1813234"/>
            <a:ext cx="34336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" dirty="0">
                <a:solidFill>
                  <a:srgbClr val="C00000"/>
                </a:solidFill>
                <a:latin typeface="Comic Sans MS" panose="030F0902030302020204" pitchFamily="66" charset="0"/>
              </a:rPr>
              <a:t>3.33</a:t>
            </a:r>
            <a:endParaRPr kumimoji="1" lang="zh-CN" altLang="en-US" sz="600" dirty="0">
              <a:solidFill>
                <a:srgbClr val="C0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3A90625-A5A7-45E5-21EB-AF599C7BEE9C}"/>
              </a:ext>
            </a:extLst>
          </p:cNvPr>
          <p:cNvSpPr txBox="1"/>
          <p:nvPr/>
        </p:nvSpPr>
        <p:spPr>
          <a:xfrm>
            <a:off x="752620" y="1798571"/>
            <a:ext cx="34336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" dirty="0">
                <a:solidFill>
                  <a:srgbClr val="C00000"/>
                </a:solidFill>
                <a:latin typeface="Comic Sans MS" panose="030F0902030302020204" pitchFamily="66" charset="0"/>
              </a:rPr>
              <a:t>3.50</a:t>
            </a:r>
            <a:endParaRPr kumimoji="1" lang="zh-CN" altLang="en-US" sz="600" dirty="0">
              <a:solidFill>
                <a:srgbClr val="C00000"/>
              </a:solidFill>
              <a:latin typeface="Comic Sans MS" panose="030F0902030302020204" pitchFamily="66" charset="0"/>
            </a:endParaRPr>
          </a:p>
        </p:txBody>
      </p: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B5F1AA33-606E-CE38-5CC5-1375B617A32A}"/>
              </a:ext>
            </a:extLst>
          </p:cNvPr>
          <p:cNvCxnSpPr>
            <a:cxnSpLocks/>
          </p:cNvCxnSpPr>
          <p:nvPr/>
        </p:nvCxnSpPr>
        <p:spPr>
          <a:xfrm>
            <a:off x="2449296" y="595322"/>
            <a:ext cx="174507" cy="0"/>
          </a:xfrm>
          <a:prstGeom prst="line">
            <a:avLst/>
          </a:prstGeom>
          <a:ln w="952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931A8659-7712-AF80-5E57-8C13FCA25FC5}"/>
              </a:ext>
            </a:extLst>
          </p:cNvPr>
          <p:cNvSpPr txBox="1"/>
          <p:nvPr/>
        </p:nvSpPr>
        <p:spPr>
          <a:xfrm>
            <a:off x="2562378" y="481183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" dirty="0">
                <a:latin typeface="Comic Sans MS" panose="030F0902030302020204" pitchFamily="66" charset="0"/>
              </a:rPr>
              <a:t>Randomly select </a:t>
            </a:r>
          </a:p>
          <a:p>
            <a:r>
              <a:rPr kumimoji="1" lang="en-US" altLang="zh-CN" sz="600" dirty="0">
                <a:latin typeface="Comic Sans MS" panose="030F0902030302020204" pitchFamily="66" charset="0"/>
              </a:rPr>
              <a:t>noisy layers</a:t>
            </a:r>
            <a:endParaRPr kumimoji="1" lang="zh-CN" altLang="en-US" sz="600" dirty="0">
              <a:latin typeface="Comic Sans MS" panose="030F0902030302020204" pitchFamily="66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8B47A61-5972-B658-8E87-9C9E5D6B5E65}"/>
              </a:ext>
            </a:extLst>
          </p:cNvPr>
          <p:cNvSpPr txBox="1"/>
          <p:nvPr/>
        </p:nvSpPr>
        <p:spPr>
          <a:xfrm>
            <a:off x="1082155" y="1796491"/>
            <a:ext cx="34336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" dirty="0">
                <a:solidFill>
                  <a:srgbClr val="C00000"/>
                </a:solidFill>
                <a:latin typeface="Comic Sans MS" panose="030F0902030302020204" pitchFamily="66" charset="0"/>
              </a:rPr>
              <a:t>3.50</a:t>
            </a:r>
            <a:endParaRPr kumimoji="1" lang="zh-CN" altLang="en-US" sz="600" dirty="0">
              <a:solidFill>
                <a:srgbClr val="C0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1C16176-85CC-13DD-CE97-0093AD800CC5}"/>
              </a:ext>
            </a:extLst>
          </p:cNvPr>
          <p:cNvSpPr txBox="1"/>
          <p:nvPr/>
        </p:nvSpPr>
        <p:spPr>
          <a:xfrm>
            <a:off x="1261600" y="1779833"/>
            <a:ext cx="34336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" dirty="0">
                <a:solidFill>
                  <a:srgbClr val="C00000"/>
                </a:solidFill>
                <a:latin typeface="Comic Sans MS" panose="030F0902030302020204" pitchFamily="66" charset="0"/>
              </a:rPr>
              <a:t>3.83</a:t>
            </a:r>
            <a:endParaRPr kumimoji="1" lang="zh-CN" altLang="en-US" sz="600" dirty="0">
              <a:solidFill>
                <a:srgbClr val="C0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50EF989-7C82-F9DD-BBBB-DDFE6D2DE9A0}"/>
              </a:ext>
            </a:extLst>
          </p:cNvPr>
          <p:cNvSpPr txBox="1"/>
          <p:nvPr/>
        </p:nvSpPr>
        <p:spPr>
          <a:xfrm>
            <a:off x="1443072" y="1788162"/>
            <a:ext cx="34336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" dirty="0">
                <a:solidFill>
                  <a:srgbClr val="C00000"/>
                </a:solidFill>
                <a:latin typeface="Comic Sans MS" panose="030F0902030302020204" pitchFamily="66" charset="0"/>
              </a:rPr>
              <a:t>3.67</a:t>
            </a:r>
            <a:endParaRPr kumimoji="1" lang="zh-CN" altLang="en-US" sz="600" dirty="0">
              <a:solidFill>
                <a:srgbClr val="C0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7B04130-B011-AAA3-8980-C05CC40A4CAD}"/>
              </a:ext>
            </a:extLst>
          </p:cNvPr>
          <p:cNvSpPr txBox="1"/>
          <p:nvPr/>
        </p:nvSpPr>
        <p:spPr>
          <a:xfrm>
            <a:off x="1765891" y="1813234"/>
            <a:ext cx="34336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" dirty="0">
                <a:solidFill>
                  <a:srgbClr val="C00000"/>
                </a:solidFill>
                <a:latin typeface="Comic Sans MS" panose="030F0902030302020204" pitchFamily="66" charset="0"/>
              </a:rPr>
              <a:t>3.33</a:t>
            </a:r>
            <a:endParaRPr kumimoji="1" lang="zh-CN" altLang="en-US" sz="600" dirty="0">
              <a:solidFill>
                <a:srgbClr val="C0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4CBC0D53-98B1-E613-C0E0-A61F38FE260E}"/>
              </a:ext>
            </a:extLst>
          </p:cNvPr>
          <p:cNvSpPr txBox="1"/>
          <p:nvPr/>
        </p:nvSpPr>
        <p:spPr>
          <a:xfrm>
            <a:off x="2131015" y="1817440"/>
            <a:ext cx="34336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" dirty="0">
                <a:solidFill>
                  <a:srgbClr val="C00000"/>
                </a:solidFill>
                <a:latin typeface="Comic Sans MS" panose="030F0902030302020204" pitchFamily="66" charset="0"/>
              </a:rPr>
              <a:t>3.50</a:t>
            </a:r>
            <a:endParaRPr kumimoji="1" lang="zh-CN" altLang="en-US" sz="600" dirty="0">
              <a:solidFill>
                <a:srgbClr val="C0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B6968F1-9307-865A-D413-33F00A77549D}"/>
              </a:ext>
            </a:extLst>
          </p:cNvPr>
          <p:cNvSpPr txBox="1"/>
          <p:nvPr/>
        </p:nvSpPr>
        <p:spPr>
          <a:xfrm>
            <a:off x="1948442" y="1801990"/>
            <a:ext cx="34336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" dirty="0">
                <a:solidFill>
                  <a:srgbClr val="C00000"/>
                </a:solidFill>
                <a:latin typeface="Comic Sans MS" panose="030F0902030302020204" pitchFamily="66" charset="0"/>
              </a:rPr>
              <a:t>3.83</a:t>
            </a:r>
            <a:endParaRPr kumimoji="1" lang="zh-CN" altLang="en-US" sz="600" dirty="0">
              <a:solidFill>
                <a:srgbClr val="C00000"/>
              </a:solidFill>
              <a:latin typeface="Comic Sans MS" panose="030F0902030302020204" pitchFamily="66" charset="0"/>
            </a:endParaRPr>
          </a:p>
        </p:txBody>
      </p: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501983F9-2E2F-DEE8-B6B5-245D0C5B8EE8}"/>
              </a:ext>
            </a:extLst>
          </p:cNvPr>
          <p:cNvCxnSpPr>
            <a:cxnSpLocks/>
          </p:cNvCxnSpPr>
          <p:nvPr/>
        </p:nvCxnSpPr>
        <p:spPr>
          <a:xfrm>
            <a:off x="657605" y="1957044"/>
            <a:ext cx="158112" cy="0"/>
          </a:xfrm>
          <a:prstGeom prst="line">
            <a:avLst/>
          </a:prstGeom>
          <a:ln w="952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8720BFC2-6FD0-9833-C87C-3CD148F17ED1}"/>
              </a:ext>
            </a:extLst>
          </p:cNvPr>
          <p:cNvCxnSpPr>
            <a:cxnSpLocks/>
          </p:cNvCxnSpPr>
          <p:nvPr/>
        </p:nvCxnSpPr>
        <p:spPr>
          <a:xfrm>
            <a:off x="841843" y="1942671"/>
            <a:ext cx="158112" cy="0"/>
          </a:xfrm>
          <a:prstGeom prst="line">
            <a:avLst/>
          </a:prstGeom>
          <a:ln w="952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303527FA-36B8-1447-C893-AA7D75C04E01}"/>
              </a:ext>
            </a:extLst>
          </p:cNvPr>
          <p:cNvCxnSpPr>
            <a:cxnSpLocks/>
          </p:cNvCxnSpPr>
          <p:nvPr/>
        </p:nvCxnSpPr>
        <p:spPr>
          <a:xfrm>
            <a:off x="1167268" y="1936381"/>
            <a:ext cx="158112" cy="0"/>
          </a:xfrm>
          <a:prstGeom prst="line">
            <a:avLst/>
          </a:prstGeom>
          <a:ln w="952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0341918C-B583-F339-9D3A-C47A5EEE77E1}"/>
              </a:ext>
            </a:extLst>
          </p:cNvPr>
          <p:cNvCxnSpPr>
            <a:cxnSpLocks/>
          </p:cNvCxnSpPr>
          <p:nvPr/>
        </p:nvCxnSpPr>
        <p:spPr>
          <a:xfrm>
            <a:off x="1346463" y="1920559"/>
            <a:ext cx="158112" cy="0"/>
          </a:xfrm>
          <a:prstGeom prst="line">
            <a:avLst/>
          </a:prstGeom>
          <a:ln w="952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65E8CB20-848A-A2F2-4081-591A7D7FCB3A}"/>
              </a:ext>
            </a:extLst>
          </p:cNvPr>
          <p:cNvCxnSpPr>
            <a:cxnSpLocks/>
          </p:cNvCxnSpPr>
          <p:nvPr/>
        </p:nvCxnSpPr>
        <p:spPr>
          <a:xfrm>
            <a:off x="1529656" y="1928833"/>
            <a:ext cx="158112" cy="0"/>
          </a:xfrm>
          <a:prstGeom prst="line">
            <a:avLst/>
          </a:prstGeom>
          <a:ln w="952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B33933E2-0BD5-711C-CE0F-CC01A97634B5}"/>
              </a:ext>
            </a:extLst>
          </p:cNvPr>
          <p:cNvCxnSpPr>
            <a:cxnSpLocks/>
          </p:cNvCxnSpPr>
          <p:nvPr/>
        </p:nvCxnSpPr>
        <p:spPr>
          <a:xfrm>
            <a:off x="1856815" y="1957044"/>
            <a:ext cx="158112" cy="0"/>
          </a:xfrm>
          <a:prstGeom prst="line">
            <a:avLst/>
          </a:prstGeom>
          <a:ln w="952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C2DBDB75-6758-D86A-9834-E7F028A87405}"/>
              </a:ext>
            </a:extLst>
          </p:cNvPr>
          <p:cNvCxnSpPr>
            <a:cxnSpLocks/>
          </p:cNvCxnSpPr>
          <p:nvPr/>
        </p:nvCxnSpPr>
        <p:spPr>
          <a:xfrm>
            <a:off x="2037695" y="1939706"/>
            <a:ext cx="158112" cy="0"/>
          </a:xfrm>
          <a:prstGeom prst="line">
            <a:avLst/>
          </a:prstGeom>
          <a:ln w="952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线连接符 58">
            <a:extLst>
              <a:ext uri="{FF2B5EF4-FFF2-40B4-BE49-F238E27FC236}">
                <a16:creationId xmlns:a16="http://schemas.microsoft.com/office/drawing/2014/main" id="{A3F9DCA3-B074-CF29-7CF4-19DFA98B3E7E}"/>
              </a:ext>
            </a:extLst>
          </p:cNvPr>
          <p:cNvCxnSpPr>
            <a:cxnSpLocks/>
          </p:cNvCxnSpPr>
          <p:nvPr/>
        </p:nvCxnSpPr>
        <p:spPr>
          <a:xfrm>
            <a:off x="2220934" y="1957044"/>
            <a:ext cx="158112" cy="0"/>
          </a:xfrm>
          <a:prstGeom prst="line">
            <a:avLst/>
          </a:prstGeom>
          <a:ln w="952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70AC976C-414B-98A9-E926-0EA40967F4D1}"/>
              </a:ext>
            </a:extLst>
          </p:cNvPr>
          <p:cNvSpPr txBox="1"/>
          <p:nvPr/>
        </p:nvSpPr>
        <p:spPr>
          <a:xfrm>
            <a:off x="2450087" y="1816982"/>
            <a:ext cx="34336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" dirty="0">
                <a:solidFill>
                  <a:srgbClr val="C00000"/>
                </a:solidFill>
                <a:latin typeface="Comic Sans MS" panose="030F0902030302020204" pitchFamily="66" charset="0"/>
              </a:rPr>
              <a:t>3.33</a:t>
            </a:r>
            <a:endParaRPr kumimoji="1" lang="zh-CN" altLang="en-US" sz="600" dirty="0">
              <a:solidFill>
                <a:srgbClr val="C0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5A14F3BD-D480-8DDB-504B-F5C073944B8D}"/>
              </a:ext>
            </a:extLst>
          </p:cNvPr>
          <p:cNvSpPr txBox="1"/>
          <p:nvPr/>
        </p:nvSpPr>
        <p:spPr>
          <a:xfrm>
            <a:off x="2815211" y="1824936"/>
            <a:ext cx="34336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" dirty="0">
                <a:solidFill>
                  <a:srgbClr val="C00000"/>
                </a:solidFill>
                <a:latin typeface="Comic Sans MS" panose="030F0902030302020204" pitchFamily="66" charset="0"/>
              </a:rPr>
              <a:t>3.33</a:t>
            </a:r>
            <a:endParaRPr kumimoji="1" lang="zh-CN" altLang="en-US" sz="600" dirty="0">
              <a:solidFill>
                <a:srgbClr val="C0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3E527AD-9AB6-67BE-2F02-29790CA82E30}"/>
              </a:ext>
            </a:extLst>
          </p:cNvPr>
          <p:cNvSpPr txBox="1"/>
          <p:nvPr/>
        </p:nvSpPr>
        <p:spPr>
          <a:xfrm>
            <a:off x="2640134" y="1831974"/>
            <a:ext cx="33214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" dirty="0">
                <a:solidFill>
                  <a:srgbClr val="C00000"/>
                </a:solidFill>
                <a:latin typeface="Comic Sans MS" panose="030F0902030302020204" pitchFamily="66" charset="0"/>
              </a:rPr>
              <a:t>3.17</a:t>
            </a:r>
            <a:endParaRPr kumimoji="1" lang="zh-CN" altLang="en-US" sz="600" dirty="0">
              <a:solidFill>
                <a:srgbClr val="C00000"/>
              </a:solidFill>
              <a:latin typeface="Comic Sans MS" panose="030F0902030302020204" pitchFamily="66" charset="0"/>
            </a:endParaRPr>
          </a:p>
        </p:txBody>
      </p: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F74D954A-F537-AA5D-1789-214B514CBCD7}"/>
              </a:ext>
            </a:extLst>
          </p:cNvPr>
          <p:cNvCxnSpPr>
            <a:cxnSpLocks/>
          </p:cNvCxnSpPr>
          <p:nvPr/>
        </p:nvCxnSpPr>
        <p:spPr>
          <a:xfrm>
            <a:off x="2544759" y="1953296"/>
            <a:ext cx="158112" cy="0"/>
          </a:xfrm>
          <a:prstGeom prst="line">
            <a:avLst/>
          </a:prstGeom>
          <a:ln w="952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A9EED840-873F-412F-1C7D-3D6EC6D20EFB}"/>
              </a:ext>
            </a:extLst>
          </p:cNvPr>
          <p:cNvCxnSpPr>
            <a:cxnSpLocks/>
          </p:cNvCxnSpPr>
          <p:nvPr/>
        </p:nvCxnSpPr>
        <p:spPr>
          <a:xfrm>
            <a:off x="2725639" y="1969690"/>
            <a:ext cx="158112" cy="0"/>
          </a:xfrm>
          <a:prstGeom prst="line">
            <a:avLst/>
          </a:prstGeom>
          <a:ln w="952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CB6BCAB7-032B-229D-1497-7EACFCAA6F39}"/>
              </a:ext>
            </a:extLst>
          </p:cNvPr>
          <p:cNvCxnSpPr>
            <a:cxnSpLocks/>
          </p:cNvCxnSpPr>
          <p:nvPr/>
        </p:nvCxnSpPr>
        <p:spPr>
          <a:xfrm>
            <a:off x="2912626" y="1957044"/>
            <a:ext cx="158112" cy="0"/>
          </a:xfrm>
          <a:prstGeom prst="line">
            <a:avLst/>
          </a:prstGeom>
          <a:ln w="952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063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17</Words>
  <Application>Microsoft Macintosh PowerPoint</Application>
  <PresentationFormat>自定义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Aptos</vt:lpstr>
      <vt:lpstr>Aptos Display</vt:lpstr>
      <vt:lpstr>Arial</vt:lpstr>
      <vt:lpstr>Comic Sans MS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user</dc:creator>
  <cp:lastModifiedBy>office user</cp:lastModifiedBy>
  <cp:revision>3</cp:revision>
  <dcterms:created xsi:type="dcterms:W3CDTF">2025-12-07T15:52:17Z</dcterms:created>
  <dcterms:modified xsi:type="dcterms:W3CDTF">2026-02-04T07:40:51Z</dcterms:modified>
</cp:coreProperties>
</file>